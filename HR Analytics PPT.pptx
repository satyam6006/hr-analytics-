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73" r:id="rId3"/>
    <p:sldId id="256" r:id="rId4"/>
    <p:sldId id="279" r:id="rId5"/>
    <p:sldId id="275" r:id="rId6"/>
    <p:sldId id="276" r:id="rId7"/>
    <p:sldId id="277" r:id="rId8"/>
    <p:sldId id="265" r:id="rId9"/>
    <p:sldId id="263" r:id="rId10"/>
    <p:sldId id="264" r:id="rId11"/>
    <p:sldId id="274" r:id="rId12"/>
    <p:sldId id="259" r:id="rId13"/>
    <p:sldId id="260" r:id="rId14"/>
    <p:sldId id="261" r:id="rId15"/>
    <p:sldId id="26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4660"/>
  </p:normalViewPr>
  <p:slideViewPr>
    <p:cSldViewPr snapToGrid="0">
      <p:cViewPr varScale="1">
        <p:scale>
          <a:sx n="77" d="100"/>
          <a:sy n="77" d="100"/>
        </p:scale>
        <p:origin x="72"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2F7752-ADE0-4E8E-A804-1ED10D1EB73C}" type="datetimeFigureOut">
              <a:rPr lang="en-IN" smtClean="0"/>
              <a:t>27-11-2025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085BC1-222C-4CFF-8E0F-AF95B16A045B}" type="slidenum">
              <a:rPr lang="en-IN" smtClean="0"/>
              <a:t>‹#›</a:t>
            </a:fld>
            <a:endParaRPr lang="en-IN"/>
          </a:p>
        </p:txBody>
      </p:sp>
    </p:spTree>
    <p:extLst>
      <p:ext uri="{BB962C8B-B14F-4D97-AF65-F5344CB8AC3E}">
        <p14:creationId xmlns:p14="http://schemas.microsoft.com/office/powerpoint/2010/main" val="22584779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4085BC1-222C-4CFF-8E0F-AF95B16A045B}" type="slidenum">
              <a:rPr lang="en-IN" smtClean="0"/>
              <a:t>5</a:t>
            </a:fld>
            <a:endParaRPr lang="en-IN"/>
          </a:p>
        </p:txBody>
      </p:sp>
    </p:spTree>
    <p:extLst>
      <p:ext uri="{BB962C8B-B14F-4D97-AF65-F5344CB8AC3E}">
        <p14:creationId xmlns:p14="http://schemas.microsoft.com/office/powerpoint/2010/main" val="3294696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1170E-0171-B34E-302C-A8174BCBA2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F48E81F-FC49-066B-0276-25A89EDF16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2CF202C-918A-3E12-3A8F-2100B0F22E6B}"/>
              </a:ext>
            </a:extLst>
          </p:cNvPr>
          <p:cNvSpPr>
            <a:spLocks noGrp="1"/>
          </p:cNvSpPr>
          <p:nvPr>
            <p:ph type="dt" sz="half" idx="10"/>
          </p:nvPr>
        </p:nvSpPr>
        <p:spPr/>
        <p:txBody>
          <a:bodyPr/>
          <a:lstStyle/>
          <a:p>
            <a:fld id="{A7DE81BA-5E41-46B0-88E1-422C36A30764}" type="datetimeFigureOut">
              <a:rPr lang="en-IN" smtClean="0"/>
              <a:t>27-11-2025</a:t>
            </a:fld>
            <a:endParaRPr lang="en-IN"/>
          </a:p>
        </p:txBody>
      </p:sp>
      <p:sp>
        <p:nvSpPr>
          <p:cNvPr id="5" name="Footer Placeholder 4">
            <a:extLst>
              <a:ext uri="{FF2B5EF4-FFF2-40B4-BE49-F238E27FC236}">
                <a16:creationId xmlns:a16="http://schemas.microsoft.com/office/drawing/2014/main" id="{ECFCE442-639E-4487-618E-07D8399965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538AB3-8772-971E-EEBC-879B80938365}"/>
              </a:ext>
            </a:extLst>
          </p:cNvPr>
          <p:cNvSpPr>
            <a:spLocks noGrp="1"/>
          </p:cNvSpPr>
          <p:nvPr>
            <p:ph type="sldNum" sz="quarter" idx="12"/>
          </p:nvPr>
        </p:nvSpPr>
        <p:spPr/>
        <p:txBody>
          <a:bodyPr/>
          <a:lstStyle/>
          <a:p>
            <a:fld id="{9ABDA033-6BED-40B2-AAB3-DFC80B04A3C0}" type="slidenum">
              <a:rPr lang="en-IN" smtClean="0"/>
              <a:t>‹#›</a:t>
            </a:fld>
            <a:endParaRPr lang="en-IN"/>
          </a:p>
        </p:txBody>
      </p:sp>
    </p:spTree>
    <p:extLst>
      <p:ext uri="{BB962C8B-B14F-4D97-AF65-F5344CB8AC3E}">
        <p14:creationId xmlns:p14="http://schemas.microsoft.com/office/powerpoint/2010/main" val="32368973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9E724-2866-6DC3-A4D1-15A47DD5D4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EA45156-09C8-7FCF-C11A-AEFF4005EB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440426-1BCA-D405-76C1-85B6F1648700}"/>
              </a:ext>
            </a:extLst>
          </p:cNvPr>
          <p:cNvSpPr>
            <a:spLocks noGrp="1"/>
          </p:cNvSpPr>
          <p:nvPr>
            <p:ph type="dt" sz="half" idx="10"/>
          </p:nvPr>
        </p:nvSpPr>
        <p:spPr/>
        <p:txBody>
          <a:bodyPr/>
          <a:lstStyle/>
          <a:p>
            <a:fld id="{A7DE81BA-5E41-46B0-88E1-422C36A30764}" type="datetimeFigureOut">
              <a:rPr lang="en-IN" smtClean="0"/>
              <a:t>27-11-2025</a:t>
            </a:fld>
            <a:endParaRPr lang="en-IN"/>
          </a:p>
        </p:txBody>
      </p:sp>
      <p:sp>
        <p:nvSpPr>
          <p:cNvPr id="5" name="Footer Placeholder 4">
            <a:extLst>
              <a:ext uri="{FF2B5EF4-FFF2-40B4-BE49-F238E27FC236}">
                <a16:creationId xmlns:a16="http://schemas.microsoft.com/office/drawing/2014/main" id="{6D24CA19-D4B4-89CF-23F0-C077DD4CF2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C7F59A-A7C8-A4F5-76F2-C9C6DEB169C7}"/>
              </a:ext>
            </a:extLst>
          </p:cNvPr>
          <p:cNvSpPr>
            <a:spLocks noGrp="1"/>
          </p:cNvSpPr>
          <p:nvPr>
            <p:ph type="sldNum" sz="quarter" idx="12"/>
          </p:nvPr>
        </p:nvSpPr>
        <p:spPr/>
        <p:txBody>
          <a:bodyPr/>
          <a:lstStyle/>
          <a:p>
            <a:fld id="{9ABDA033-6BED-40B2-AAB3-DFC80B04A3C0}" type="slidenum">
              <a:rPr lang="en-IN" smtClean="0"/>
              <a:t>‹#›</a:t>
            </a:fld>
            <a:endParaRPr lang="en-IN"/>
          </a:p>
        </p:txBody>
      </p:sp>
    </p:spTree>
    <p:extLst>
      <p:ext uri="{BB962C8B-B14F-4D97-AF65-F5344CB8AC3E}">
        <p14:creationId xmlns:p14="http://schemas.microsoft.com/office/powerpoint/2010/main" val="346912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26757-0E2F-5A6B-926B-7208932079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F63E9F1-83E4-1493-340F-ED6B4EF5777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66F3E0-624E-75BE-84C6-F549DD84B084}"/>
              </a:ext>
            </a:extLst>
          </p:cNvPr>
          <p:cNvSpPr>
            <a:spLocks noGrp="1"/>
          </p:cNvSpPr>
          <p:nvPr>
            <p:ph type="dt" sz="half" idx="10"/>
          </p:nvPr>
        </p:nvSpPr>
        <p:spPr/>
        <p:txBody>
          <a:bodyPr/>
          <a:lstStyle/>
          <a:p>
            <a:fld id="{A7DE81BA-5E41-46B0-88E1-422C36A30764}" type="datetimeFigureOut">
              <a:rPr lang="en-IN" smtClean="0"/>
              <a:t>27-11-2025</a:t>
            </a:fld>
            <a:endParaRPr lang="en-IN"/>
          </a:p>
        </p:txBody>
      </p:sp>
      <p:sp>
        <p:nvSpPr>
          <p:cNvPr id="5" name="Footer Placeholder 4">
            <a:extLst>
              <a:ext uri="{FF2B5EF4-FFF2-40B4-BE49-F238E27FC236}">
                <a16:creationId xmlns:a16="http://schemas.microsoft.com/office/drawing/2014/main" id="{CA940DFD-E2E1-605A-37BD-9142B0C85A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439CCD-3E2D-269A-3CDE-60FCE30A4394}"/>
              </a:ext>
            </a:extLst>
          </p:cNvPr>
          <p:cNvSpPr>
            <a:spLocks noGrp="1"/>
          </p:cNvSpPr>
          <p:nvPr>
            <p:ph type="sldNum" sz="quarter" idx="12"/>
          </p:nvPr>
        </p:nvSpPr>
        <p:spPr/>
        <p:txBody>
          <a:bodyPr/>
          <a:lstStyle/>
          <a:p>
            <a:fld id="{9ABDA033-6BED-40B2-AAB3-DFC80B04A3C0}" type="slidenum">
              <a:rPr lang="en-IN" smtClean="0"/>
              <a:t>‹#›</a:t>
            </a:fld>
            <a:endParaRPr lang="en-IN"/>
          </a:p>
        </p:txBody>
      </p:sp>
    </p:spTree>
    <p:extLst>
      <p:ext uri="{BB962C8B-B14F-4D97-AF65-F5344CB8AC3E}">
        <p14:creationId xmlns:p14="http://schemas.microsoft.com/office/powerpoint/2010/main" val="3726180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EB10C-BE63-6CD0-7334-897539A773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18B276-ABEA-E435-0DE2-CC30D9FA64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A1EC9D9-7B51-6EDE-C60C-6A5F4E2A48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8031897-ABBA-0022-70B7-631939F14057}"/>
              </a:ext>
            </a:extLst>
          </p:cNvPr>
          <p:cNvSpPr>
            <a:spLocks noGrp="1"/>
          </p:cNvSpPr>
          <p:nvPr>
            <p:ph type="dt" sz="half" idx="10"/>
          </p:nvPr>
        </p:nvSpPr>
        <p:spPr/>
        <p:txBody>
          <a:bodyPr/>
          <a:lstStyle/>
          <a:p>
            <a:fld id="{A7DE81BA-5E41-46B0-88E1-422C36A30764}" type="datetimeFigureOut">
              <a:rPr lang="en-IN" smtClean="0"/>
              <a:t>27-11-2025</a:t>
            </a:fld>
            <a:endParaRPr lang="en-IN"/>
          </a:p>
        </p:txBody>
      </p:sp>
      <p:sp>
        <p:nvSpPr>
          <p:cNvPr id="6" name="Footer Placeholder 5">
            <a:extLst>
              <a:ext uri="{FF2B5EF4-FFF2-40B4-BE49-F238E27FC236}">
                <a16:creationId xmlns:a16="http://schemas.microsoft.com/office/drawing/2014/main" id="{0F9A8E07-3341-2B22-4EA3-C9A664B242D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6663E2D-54B6-5B2A-B4AD-9E98FE0747D8}"/>
              </a:ext>
            </a:extLst>
          </p:cNvPr>
          <p:cNvSpPr>
            <a:spLocks noGrp="1"/>
          </p:cNvSpPr>
          <p:nvPr>
            <p:ph type="sldNum" sz="quarter" idx="12"/>
          </p:nvPr>
        </p:nvSpPr>
        <p:spPr/>
        <p:txBody>
          <a:bodyPr/>
          <a:lstStyle/>
          <a:p>
            <a:fld id="{9ABDA033-6BED-40B2-AAB3-DFC80B04A3C0}" type="slidenum">
              <a:rPr lang="en-IN" smtClean="0"/>
              <a:t>‹#›</a:t>
            </a:fld>
            <a:endParaRPr lang="en-IN"/>
          </a:p>
        </p:txBody>
      </p:sp>
    </p:spTree>
    <p:extLst>
      <p:ext uri="{BB962C8B-B14F-4D97-AF65-F5344CB8AC3E}">
        <p14:creationId xmlns:p14="http://schemas.microsoft.com/office/powerpoint/2010/main" val="73344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80866-8570-E542-CE0B-A682D893B29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348BCB-D6E6-06CD-6702-27185893B6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C9CC77-65A9-4CC3-78F9-AB29755FEF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6CB75E0-3E11-8B29-0E95-8C18836109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BB3674-994C-4D4C-33E6-FAD4F7F857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772A468-8417-78B6-A086-1FA3C4FBE957}"/>
              </a:ext>
            </a:extLst>
          </p:cNvPr>
          <p:cNvSpPr>
            <a:spLocks noGrp="1"/>
          </p:cNvSpPr>
          <p:nvPr>
            <p:ph type="dt" sz="half" idx="10"/>
          </p:nvPr>
        </p:nvSpPr>
        <p:spPr/>
        <p:txBody>
          <a:bodyPr/>
          <a:lstStyle/>
          <a:p>
            <a:fld id="{A7DE81BA-5E41-46B0-88E1-422C36A30764}" type="datetimeFigureOut">
              <a:rPr lang="en-IN" smtClean="0"/>
              <a:t>27-11-2025</a:t>
            </a:fld>
            <a:endParaRPr lang="en-IN"/>
          </a:p>
        </p:txBody>
      </p:sp>
      <p:sp>
        <p:nvSpPr>
          <p:cNvPr id="8" name="Footer Placeholder 7">
            <a:extLst>
              <a:ext uri="{FF2B5EF4-FFF2-40B4-BE49-F238E27FC236}">
                <a16:creationId xmlns:a16="http://schemas.microsoft.com/office/drawing/2014/main" id="{A324BD66-5CB6-E2DF-F340-D1054C63569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39FC7E2-FE3E-2AE8-427C-951BA67E169A}"/>
              </a:ext>
            </a:extLst>
          </p:cNvPr>
          <p:cNvSpPr>
            <a:spLocks noGrp="1"/>
          </p:cNvSpPr>
          <p:nvPr>
            <p:ph type="sldNum" sz="quarter" idx="12"/>
          </p:nvPr>
        </p:nvSpPr>
        <p:spPr/>
        <p:txBody>
          <a:bodyPr/>
          <a:lstStyle/>
          <a:p>
            <a:fld id="{9ABDA033-6BED-40B2-AAB3-DFC80B04A3C0}" type="slidenum">
              <a:rPr lang="en-IN" smtClean="0"/>
              <a:t>‹#›</a:t>
            </a:fld>
            <a:endParaRPr lang="en-IN"/>
          </a:p>
        </p:txBody>
      </p:sp>
    </p:spTree>
    <p:extLst>
      <p:ext uri="{BB962C8B-B14F-4D97-AF65-F5344CB8AC3E}">
        <p14:creationId xmlns:p14="http://schemas.microsoft.com/office/powerpoint/2010/main" val="1028350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30FA4-FF76-28B0-BF84-C3AD0F5DD28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81940EC-4C10-98FB-12E0-6F05C1FA189F}"/>
              </a:ext>
            </a:extLst>
          </p:cNvPr>
          <p:cNvSpPr>
            <a:spLocks noGrp="1"/>
          </p:cNvSpPr>
          <p:nvPr>
            <p:ph type="dt" sz="half" idx="10"/>
          </p:nvPr>
        </p:nvSpPr>
        <p:spPr/>
        <p:txBody>
          <a:bodyPr/>
          <a:lstStyle/>
          <a:p>
            <a:fld id="{A7DE81BA-5E41-46B0-88E1-422C36A30764}" type="datetimeFigureOut">
              <a:rPr lang="en-IN" smtClean="0"/>
              <a:t>27-11-2025</a:t>
            </a:fld>
            <a:endParaRPr lang="en-IN"/>
          </a:p>
        </p:txBody>
      </p:sp>
      <p:sp>
        <p:nvSpPr>
          <p:cNvPr id="4" name="Footer Placeholder 3">
            <a:extLst>
              <a:ext uri="{FF2B5EF4-FFF2-40B4-BE49-F238E27FC236}">
                <a16:creationId xmlns:a16="http://schemas.microsoft.com/office/drawing/2014/main" id="{F93507E9-5AA9-C53F-6210-38ECE9BCB89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8BAAE0D-6202-7653-8666-317DFCA0EBDF}"/>
              </a:ext>
            </a:extLst>
          </p:cNvPr>
          <p:cNvSpPr>
            <a:spLocks noGrp="1"/>
          </p:cNvSpPr>
          <p:nvPr>
            <p:ph type="sldNum" sz="quarter" idx="12"/>
          </p:nvPr>
        </p:nvSpPr>
        <p:spPr/>
        <p:txBody>
          <a:bodyPr/>
          <a:lstStyle/>
          <a:p>
            <a:fld id="{9ABDA033-6BED-40B2-AAB3-DFC80B04A3C0}" type="slidenum">
              <a:rPr lang="en-IN" smtClean="0"/>
              <a:t>‹#›</a:t>
            </a:fld>
            <a:endParaRPr lang="en-IN"/>
          </a:p>
        </p:txBody>
      </p:sp>
    </p:spTree>
    <p:extLst>
      <p:ext uri="{BB962C8B-B14F-4D97-AF65-F5344CB8AC3E}">
        <p14:creationId xmlns:p14="http://schemas.microsoft.com/office/powerpoint/2010/main" val="3122255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C38767-AADD-1B7F-8B2F-1BD484326907}"/>
              </a:ext>
            </a:extLst>
          </p:cNvPr>
          <p:cNvSpPr>
            <a:spLocks noGrp="1"/>
          </p:cNvSpPr>
          <p:nvPr>
            <p:ph type="dt" sz="half" idx="10"/>
          </p:nvPr>
        </p:nvSpPr>
        <p:spPr/>
        <p:txBody>
          <a:bodyPr/>
          <a:lstStyle/>
          <a:p>
            <a:fld id="{A7DE81BA-5E41-46B0-88E1-422C36A30764}" type="datetimeFigureOut">
              <a:rPr lang="en-IN" smtClean="0"/>
              <a:t>27-11-2025</a:t>
            </a:fld>
            <a:endParaRPr lang="en-IN"/>
          </a:p>
        </p:txBody>
      </p:sp>
      <p:sp>
        <p:nvSpPr>
          <p:cNvPr id="3" name="Footer Placeholder 2">
            <a:extLst>
              <a:ext uri="{FF2B5EF4-FFF2-40B4-BE49-F238E27FC236}">
                <a16:creationId xmlns:a16="http://schemas.microsoft.com/office/drawing/2014/main" id="{2BD9A5CC-7EA8-038A-4A93-0BAE0BC0004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3E91028-E502-5447-47AC-6E2B88F36078}"/>
              </a:ext>
            </a:extLst>
          </p:cNvPr>
          <p:cNvSpPr>
            <a:spLocks noGrp="1"/>
          </p:cNvSpPr>
          <p:nvPr>
            <p:ph type="sldNum" sz="quarter" idx="12"/>
          </p:nvPr>
        </p:nvSpPr>
        <p:spPr/>
        <p:txBody>
          <a:bodyPr/>
          <a:lstStyle/>
          <a:p>
            <a:fld id="{9ABDA033-6BED-40B2-AAB3-DFC80B04A3C0}" type="slidenum">
              <a:rPr lang="en-IN" smtClean="0"/>
              <a:t>‹#›</a:t>
            </a:fld>
            <a:endParaRPr lang="en-IN"/>
          </a:p>
        </p:txBody>
      </p:sp>
    </p:spTree>
    <p:extLst>
      <p:ext uri="{BB962C8B-B14F-4D97-AF65-F5344CB8AC3E}">
        <p14:creationId xmlns:p14="http://schemas.microsoft.com/office/powerpoint/2010/main" val="823159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A707A-D973-D07F-873C-155B0FC4F2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7E205BE-1056-51A3-3C38-EA7B28EC10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EEA340F-45F4-6C95-F736-D5B3460CA7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8AF9FA-F93F-3A83-834D-93934FB15FF9}"/>
              </a:ext>
            </a:extLst>
          </p:cNvPr>
          <p:cNvSpPr>
            <a:spLocks noGrp="1"/>
          </p:cNvSpPr>
          <p:nvPr>
            <p:ph type="dt" sz="half" idx="10"/>
          </p:nvPr>
        </p:nvSpPr>
        <p:spPr/>
        <p:txBody>
          <a:bodyPr/>
          <a:lstStyle/>
          <a:p>
            <a:fld id="{A7DE81BA-5E41-46B0-88E1-422C36A30764}" type="datetimeFigureOut">
              <a:rPr lang="en-IN" smtClean="0"/>
              <a:t>27-11-2025</a:t>
            </a:fld>
            <a:endParaRPr lang="en-IN"/>
          </a:p>
        </p:txBody>
      </p:sp>
      <p:sp>
        <p:nvSpPr>
          <p:cNvPr id="6" name="Footer Placeholder 5">
            <a:extLst>
              <a:ext uri="{FF2B5EF4-FFF2-40B4-BE49-F238E27FC236}">
                <a16:creationId xmlns:a16="http://schemas.microsoft.com/office/drawing/2014/main" id="{3EAB63AA-2C6B-5258-4A61-45EF8A0ACA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EE72D7-994D-C341-FAFE-12721D802BB3}"/>
              </a:ext>
            </a:extLst>
          </p:cNvPr>
          <p:cNvSpPr>
            <a:spLocks noGrp="1"/>
          </p:cNvSpPr>
          <p:nvPr>
            <p:ph type="sldNum" sz="quarter" idx="12"/>
          </p:nvPr>
        </p:nvSpPr>
        <p:spPr/>
        <p:txBody>
          <a:bodyPr/>
          <a:lstStyle/>
          <a:p>
            <a:fld id="{9ABDA033-6BED-40B2-AAB3-DFC80B04A3C0}" type="slidenum">
              <a:rPr lang="en-IN" smtClean="0"/>
              <a:t>‹#›</a:t>
            </a:fld>
            <a:endParaRPr lang="en-IN"/>
          </a:p>
        </p:txBody>
      </p:sp>
    </p:spTree>
    <p:extLst>
      <p:ext uri="{BB962C8B-B14F-4D97-AF65-F5344CB8AC3E}">
        <p14:creationId xmlns:p14="http://schemas.microsoft.com/office/powerpoint/2010/main" val="2120068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28413-176F-F4CE-1854-14EFC92761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3B7B3FD-7F1F-739F-AAF8-876D877DB2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A4F9646-9263-8FC8-15DE-3150B907ED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883484-63D4-EAC5-E2E6-C3A80F892531}"/>
              </a:ext>
            </a:extLst>
          </p:cNvPr>
          <p:cNvSpPr>
            <a:spLocks noGrp="1"/>
          </p:cNvSpPr>
          <p:nvPr>
            <p:ph type="dt" sz="half" idx="10"/>
          </p:nvPr>
        </p:nvSpPr>
        <p:spPr/>
        <p:txBody>
          <a:bodyPr/>
          <a:lstStyle/>
          <a:p>
            <a:fld id="{A7DE81BA-5E41-46B0-88E1-422C36A30764}" type="datetimeFigureOut">
              <a:rPr lang="en-IN" smtClean="0"/>
              <a:t>27-11-2025</a:t>
            </a:fld>
            <a:endParaRPr lang="en-IN"/>
          </a:p>
        </p:txBody>
      </p:sp>
      <p:sp>
        <p:nvSpPr>
          <p:cNvPr id="6" name="Footer Placeholder 5">
            <a:extLst>
              <a:ext uri="{FF2B5EF4-FFF2-40B4-BE49-F238E27FC236}">
                <a16:creationId xmlns:a16="http://schemas.microsoft.com/office/drawing/2014/main" id="{5022450D-B896-DD62-2CB4-26EB78B43B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CB6AF1-7C40-B2BC-7953-E8755471B758}"/>
              </a:ext>
            </a:extLst>
          </p:cNvPr>
          <p:cNvSpPr>
            <a:spLocks noGrp="1"/>
          </p:cNvSpPr>
          <p:nvPr>
            <p:ph type="sldNum" sz="quarter" idx="12"/>
          </p:nvPr>
        </p:nvSpPr>
        <p:spPr/>
        <p:txBody>
          <a:bodyPr/>
          <a:lstStyle/>
          <a:p>
            <a:fld id="{9ABDA033-6BED-40B2-AAB3-DFC80B04A3C0}" type="slidenum">
              <a:rPr lang="en-IN" smtClean="0"/>
              <a:t>‹#›</a:t>
            </a:fld>
            <a:endParaRPr lang="en-IN"/>
          </a:p>
        </p:txBody>
      </p:sp>
    </p:spTree>
    <p:extLst>
      <p:ext uri="{BB962C8B-B14F-4D97-AF65-F5344CB8AC3E}">
        <p14:creationId xmlns:p14="http://schemas.microsoft.com/office/powerpoint/2010/main" val="36905980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01D35-CF30-9E83-6B7A-5B6054896EA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5667E47-5715-2CFD-66C4-6D6E9B6105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35B0E4-9B16-A39D-D204-9D1763F65C50}"/>
              </a:ext>
            </a:extLst>
          </p:cNvPr>
          <p:cNvSpPr>
            <a:spLocks noGrp="1"/>
          </p:cNvSpPr>
          <p:nvPr>
            <p:ph type="dt" sz="half" idx="10"/>
          </p:nvPr>
        </p:nvSpPr>
        <p:spPr/>
        <p:txBody>
          <a:bodyPr/>
          <a:lstStyle/>
          <a:p>
            <a:fld id="{A7DE81BA-5E41-46B0-88E1-422C36A30764}" type="datetimeFigureOut">
              <a:rPr lang="en-IN" smtClean="0"/>
              <a:t>27-11-2025</a:t>
            </a:fld>
            <a:endParaRPr lang="en-IN"/>
          </a:p>
        </p:txBody>
      </p:sp>
      <p:sp>
        <p:nvSpPr>
          <p:cNvPr id="5" name="Footer Placeholder 4">
            <a:extLst>
              <a:ext uri="{FF2B5EF4-FFF2-40B4-BE49-F238E27FC236}">
                <a16:creationId xmlns:a16="http://schemas.microsoft.com/office/drawing/2014/main" id="{465F462F-9AEC-EA53-4742-0391449216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C95600-AABA-B6AD-9877-D560813949DD}"/>
              </a:ext>
            </a:extLst>
          </p:cNvPr>
          <p:cNvSpPr>
            <a:spLocks noGrp="1"/>
          </p:cNvSpPr>
          <p:nvPr>
            <p:ph type="sldNum" sz="quarter" idx="12"/>
          </p:nvPr>
        </p:nvSpPr>
        <p:spPr/>
        <p:txBody>
          <a:bodyPr/>
          <a:lstStyle/>
          <a:p>
            <a:fld id="{9ABDA033-6BED-40B2-AAB3-DFC80B04A3C0}" type="slidenum">
              <a:rPr lang="en-IN" smtClean="0"/>
              <a:t>‹#›</a:t>
            </a:fld>
            <a:endParaRPr lang="en-IN"/>
          </a:p>
        </p:txBody>
      </p:sp>
    </p:spTree>
    <p:extLst>
      <p:ext uri="{BB962C8B-B14F-4D97-AF65-F5344CB8AC3E}">
        <p14:creationId xmlns:p14="http://schemas.microsoft.com/office/powerpoint/2010/main" val="21974251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768AED-4F7E-560E-72E2-58466E63A40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39D8BA9-3002-420E-D9CD-0826571707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9C3BAD-8A6B-07C6-73A6-70EBDE0BB48A}"/>
              </a:ext>
            </a:extLst>
          </p:cNvPr>
          <p:cNvSpPr>
            <a:spLocks noGrp="1"/>
          </p:cNvSpPr>
          <p:nvPr>
            <p:ph type="dt" sz="half" idx="10"/>
          </p:nvPr>
        </p:nvSpPr>
        <p:spPr/>
        <p:txBody>
          <a:bodyPr/>
          <a:lstStyle/>
          <a:p>
            <a:fld id="{A7DE81BA-5E41-46B0-88E1-422C36A30764}" type="datetimeFigureOut">
              <a:rPr lang="en-IN" smtClean="0"/>
              <a:t>27-11-2025</a:t>
            </a:fld>
            <a:endParaRPr lang="en-IN"/>
          </a:p>
        </p:txBody>
      </p:sp>
      <p:sp>
        <p:nvSpPr>
          <p:cNvPr id="5" name="Footer Placeholder 4">
            <a:extLst>
              <a:ext uri="{FF2B5EF4-FFF2-40B4-BE49-F238E27FC236}">
                <a16:creationId xmlns:a16="http://schemas.microsoft.com/office/drawing/2014/main" id="{A5F362BE-13DF-9B35-1822-C380A0A295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F0106B-25B4-37C6-C086-C3160F555EA1}"/>
              </a:ext>
            </a:extLst>
          </p:cNvPr>
          <p:cNvSpPr>
            <a:spLocks noGrp="1"/>
          </p:cNvSpPr>
          <p:nvPr>
            <p:ph type="sldNum" sz="quarter" idx="12"/>
          </p:nvPr>
        </p:nvSpPr>
        <p:spPr/>
        <p:txBody>
          <a:bodyPr/>
          <a:lstStyle/>
          <a:p>
            <a:fld id="{9ABDA033-6BED-40B2-AAB3-DFC80B04A3C0}" type="slidenum">
              <a:rPr lang="en-IN" smtClean="0"/>
              <a:t>‹#›</a:t>
            </a:fld>
            <a:endParaRPr lang="en-IN"/>
          </a:p>
        </p:txBody>
      </p:sp>
    </p:spTree>
    <p:extLst>
      <p:ext uri="{BB962C8B-B14F-4D97-AF65-F5344CB8AC3E}">
        <p14:creationId xmlns:p14="http://schemas.microsoft.com/office/powerpoint/2010/main" val="9574183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806DA6-B5B0-13FB-856A-A3DF146392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0EB2573-58ED-1F69-41C5-685F86F103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79F5DD-EDF5-5658-1D65-249D0C357E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DE81BA-5E41-46B0-88E1-422C36A30764}" type="datetimeFigureOut">
              <a:rPr lang="en-IN" smtClean="0"/>
              <a:t>27-11-2025</a:t>
            </a:fld>
            <a:endParaRPr lang="en-IN"/>
          </a:p>
        </p:txBody>
      </p:sp>
      <p:sp>
        <p:nvSpPr>
          <p:cNvPr id="5" name="Footer Placeholder 4">
            <a:extLst>
              <a:ext uri="{FF2B5EF4-FFF2-40B4-BE49-F238E27FC236}">
                <a16:creationId xmlns:a16="http://schemas.microsoft.com/office/drawing/2014/main" id="{FC00C3B2-0994-181A-0F6B-19E921A613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5042845-5E4E-A985-EEC6-300151EBDB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BDA033-6BED-40B2-AAB3-DFC80B04A3C0}" type="slidenum">
              <a:rPr lang="en-IN" smtClean="0"/>
              <a:t>‹#›</a:t>
            </a:fld>
            <a:endParaRPr lang="en-IN"/>
          </a:p>
        </p:txBody>
      </p:sp>
    </p:spTree>
    <p:extLst>
      <p:ext uri="{BB962C8B-B14F-4D97-AF65-F5344CB8AC3E}">
        <p14:creationId xmlns:p14="http://schemas.microsoft.com/office/powerpoint/2010/main" val="28526147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58080-840A-C27A-E391-70F249D960F6}"/>
              </a:ext>
            </a:extLst>
          </p:cNvPr>
          <p:cNvSpPr>
            <a:spLocks noGrp="1"/>
          </p:cNvSpPr>
          <p:nvPr>
            <p:ph type="title"/>
          </p:nvPr>
        </p:nvSpPr>
        <p:spPr>
          <a:xfrm>
            <a:off x="838200" y="424331"/>
            <a:ext cx="10515600" cy="1325563"/>
          </a:xfrm>
        </p:spPr>
        <p:style>
          <a:lnRef idx="2">
            <a:schemeClr val="dk1">
              <a:shade val="15000"/>
            </a:schemeClr>
          </a:lnRef>
          <a:fillRef idx="1">
            <a:schemeClr val="dk1"/>
          </a:fillRef>
          <a:effectRef idx="0">
            <a:schemeClr val="dk1"/>
          </a:effectRef>
          <a:fontRef idx="minor">
            <a:schemeClr val="lt1"/>
          </a:fontRef>
        </p:style>
        <p:txBody>
          <a:bodyPr>
            <a:normAutofit/>
          </a:bodyPr>
          <a:lstStyle/>
          <a:p>
            <a:pPr algn="ctr"/>
            <a:r>
              <a:rPr lang="en-US" sz="4800" b="1" dirty="0">
                <a:solidFill>
                  <a:schemeClr val="bg1"/>
                </a:solidFill>
                <a:latin typeface="Arial Rounded MT Bold" panose="020F0704030504030204" pitchFamily="34" charset="0"/>
              </a:rPr>
              <a:t>HR Analytics</a:t>
            </a:r>
            <a:endParaRPr lang="en-IN" sz="4800" b="1" dirty="0">
              <a:solidFill>
                <a:schemeClr val="bg1"/>
              </a:solidFill>
              <a:latin typeface="Arial Rounded MT Bold" panose="020F0704030504030204" pitchFamily="34" charset="0"/>
            </a:endParaRPr>
          </a:p>
        </p:txBody>
      </p:sp>
      <p:sp>
        <p:nvSpPr>
          <p:cNvPr id="3" name="Content Placeholder 2">
            <a:extLst>
              <a:ext uri="{FF2B5EF4-FFF2-40B4-BE49-F238E27FC236}">
                <a16:creationId xmlns:a16="http://schemas.microsoft.com/office/drawing/2014/main" id="{870ABC5F-7614-9FC2-178C-DB8EB6F1396B}"/>
              </a:ext>
            </a:extLst>
          </p:cNvPr>
          <p:cNvSpPr>
            <a:spLocks noGrp="1"/>
          </p:cNvSpPr>
          <p:nvPr>
            <p:ph idx="1"/>
          </p:nvPr>
        </p:nvSpPr>
        <p:spPr/>
        <p:style>
          <a:lnRef idx="2">
            <a:schemeClr val="dk1">
              <a:shade val="15000"/>
            </a:schemeClr>
          </a:lnRef>
          <a:fillRef idx="1">
            <a:schemeClr val="dk1"/>
          </a:fillRef>
          <a:effectRef idx="0">
            <a:schemeClr val="dk1"/>
          </a:effectRef>
          <a:fontRef idx="minor">
            <a:schemeClr val="lt1"/>
          </a:fontRef>
        </p:style>
        <p:txBody>
          <a:bodyPr>
            <a:normAutofit/>
          </a:bodyPr>
          <a:lstStyle/>
          <a:p>
            <a:pPr marL="571500" indent="-571500">
              <a:buFont typeface="+mj-lt"/>
              <a:buAutoNum type="romanUcPeriod"/>
            </a:pPr>
            <a:r>
              <a:rPr lang="en-IN" dirty="0">
                <a:latin typeface="Bahnschrift SemiBold" panose="020B0502040204020203" pitchFamily="34" charset="0"/>
              </a:rPr>
              <a:t>Udit Singh Rawat</a:t>
            </a:r>
          </a:p>
          <a:p>
            <a:pPr marL="571500" indent="-571500">
              <a:buFont typeface="+mj-lt"/>
              <a:buAutoNum type="romanUcPeriod"/>
            </a:pPr>
            <a:r>
              <a:rPr lang="en-IN" dirty="0" err="1">
                <a:latin typeface="Bahnschrift SemiBold" panose="020B0502040204020203" pitchFamily="34" charset="0"/>
              </a:rPr>
              <a:t>Bhagyahsree</a:t>
            </a:r>
            <a:endParaRPr lang="en-IN" dirty="0">
              <a:latin typeface="Bahnschrift SemiBold" panose="020B0502040204020203" pitchFamily="34" charset="0"/>
            </a:endParaRPr>
          </a:p>
          <a:p>
            <a:pPr marL="571500" indent="-571500">
              <a:buFont typeface="+mj-lt"/>
              <a:buAutoNum type="romanUcPeriod"/>
            </a:pPr>
            <a:r>
              <a:rPr lang="en-IN" dirty="0">
                <a:latin typeface="Bahnschrift SemiBold" panose="020B0502040204020203" pitchFamily="34" charset="0"/>
              </a:rPr>
              <a:t>CHRISTY V THUNDIYIL</a:t>
            </a:r>
          </a:p>
          <a:p>
            <a:pPr marL="571500" indent="-571500">
              <a:buFont typeface="+mj-lt"/>
              <a:buAutoNum type="romanUcPeriod"/>
            </a:pPr>
            <a:r>
              <a:rPr lang="en-IN" dirty="0" err="1">
                <a:latin typeface="Bahnschrift SemiBold" panose="020B0502040204020203" pitchFamily="34" charset="0"/>
              </a:rPr>
              <a:t>Krushana</a:t>
            </a:r>
            <a:r>
              <a:rPr lang="en-IN" dirty="0">
                <a:latin typeface="Bahnschrift SemiBold" panose="020B0502040204020203" pitchFamily="34" charset="0"/>
              </a:rPr>
              <a:t> </a:t>
            </a:r>
            <a:r>
              <a:rPr lang="en-IN" dirty="0" err="1">
                <a:latin typeface="Bahnschrift SemiBold" panose="020B0502040204020203" pitchFamily="34" charset="0"/>
              </a:rPr>
              <a:t>Pandharinath</a:t>
            </a:r>
            <a:r>
              <a:rPr lang="en-IN" dirty="0">
                <a:latin typeface="Bahnschrift SemiBold" panose="020B0502040204020203" pitchFamily="34" charset="0"/>
              </a:rPr>
              <a:t> Ahire</a:t>
            </a:r>
          </a:p>
          <a:p>
            <a:pPr marL="571500" indent="-571500">
              <a:buFont typeface="+mj-lt"/>
              <a:buAutoNum type="romanUcPeriod"/>
            </a:pPr>
            <a:r>
              <a:rPr lang="en-IN" dirty="0" err="1">
                <a:latin typeface="Bahnschrift SemiBold" panose="020B0502040204020203" pitchFamily="34" charset="0"/>
              </a:rPr>
              <a:t>R.Swathi</a:t>
            </a:r>
            <a:endParaRPr lang="en-IN" dirty="0">
              <a:latin typeface="Bahnschrift SemiBold" panose="020B0502040204020203" pitchFamily="34" charset="0"/>
            </a:endParaRPr>
          </a:p>
          <a:p>
            <a:pPr marL="571500" indent="-571500">
              <a:buFont typeface="+mj-lt"/>
              <a:buAutoNum type="romanUcPeriod"/>
            </a:pPr>
            <a:r>
              <a:rPr lang="en-IN" dirty="0">
                <a:latin typeface="Bahnschrift SemiBold" panose="020B0502040204020203" pitchFamily="34" charset="0"/>
              </a:rPr>
              <a:t>Satyam Pandey</a:t>
            </a:r>
          </a:p>
          <a:p>
            <a:pPr marL="571500" indent="-571500">
              <a:buFont typeface="+mj-lt"/>
              <a:buAutoNum type="romanUcPeriod"/>
            </a:pPr>
            <a:r>
              <a:rPr lang="en-IN" dirty="0">
                <a:latin typeface="Bahnschrift SemiBold" panose="020B0502040204020203" pitchFamily="34" charset="0"/>
              </a:rPr>
              <a:t>ABHISHEK U B</a:t>
            </a:r>
          </a:p>
        </p:txBody>
      </p:sp>
    </p:spTree>
    <p:extLst>
      <p:ext uri="{BB962C8B-B14F-4D97-AF65-F5344CB8AC3E}">
        <p14:creationId xmlns:p14="http://schemas.microsoft.com/office/powerpoint/2010/main" val="2945790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BE7C124-DEFD-DD3D-2E88-25B7109E1E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9D8049-338C-0662-29AF-98D2CDBC9D46}"/>
              </a:ext>
            </a:extLst>
          </p:cNvPr>
          <p:cNvSpPr>
            <a:spLocks noGrp="1"/>
          </p:cNvSpPr>
          <p:nvPr>
            <p:ph type="title"/>
          </p:nvPr>
        </p:nvSpPr>
        <p:spPr/>
        <p:txBody>
          <a:bodyPr/>
          <a:lstStyle/>
          <a:p>
            <a:r>
              <a:rPr lang="en-US" dirty="0"/>
              <a:t> </a:t>
            </a:r>
            <a:br>
              <a:rPr lang="en-US" dirty="0"/>
            </a:br>
            <a:endParaRPr lang="en-IN" dirty="0"/>
          </a:p>
        </p:txBody>
      </p:sp>
      <p:pic>
        <p:nvPicPr>
          <p:cNvPr id="4" name="Content Placeholder 3">
            <a:extLst>
              <a:ext uri="{FF2B5EF4-FFF2-40B4-BE49-F238E27FC236}">
                <a16:creationId xmlns:a16="http://schemas.microsoft.com/office/drawing/2014/main" id="{7BAC3746-726B-6B50-5443-2202814860E7}"/>
              </a:ext>
            </a:extLst>
          </p:cNvPr>
          <p:cNvPicPr>
            <a:picLocks noGrp="1" noChangeAspect="1"/>
          </p:cNvPicPr>
          <p:nvPr>
            <p:ph idx="1"/>
          </p:nvPr>
        </p:nvPicPr>
        <p:blipFill>
          <a:blip r:embed="rId2"/>
          <a:stretch>
            <a:fillRect/>
          </a:stretch>
        </p:blipFill>
        <p:spPr>
          <a:xfrm>
            <a:off x="939511" y="-52749"/>
            <a:ext cx="3225193" cy="2161309"/>
          </a:xfrm>
          <a:prstGeom prst="rect">
            <a:avLst/>
          </a:prstGeom>
        </p:spPr>
      </p:pic>
      <p:sp>
        <p:nvSpPr>
          <p:cNvPr id="5" name="Presenter Name-430">
            <a:extLst>
              <a:ext uri="{FF2B5EF4-FFF2-40B4-BE49-F238E27FC236}">
                <a16:creationId xmlns:a16="http://schemas.microsoft.com/office/drawing/2014/main" id="{DDDD5FFB-3167-68A8-45C1-999D09643681}"/>
              </a:ext>
            </a:extLst>
          </p:cNvPr>
          <p:cNvSpPr txBox="1"/>
          <p:nvPr/>
        </p:nvSpPr>
        <p:spPr>
          <a:xfrm>
            <a:off x="939511" y="2097021"/>
            <a:ext cx="1810014" cy="429413"/>
          </a:xfrm>
          <a:prstGeom prst="rect">
            <a:avLst/>
          </a:prstGeom>
          <a:noFill/>
        </p:spPr>
        <p:txBody>
          <a:bodyPr wrap="square" lIns="0" tIns="0" rIns="0" bIns="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lnSpc>
                <a:spcPts val="3670"/>
              </a:lnSpc>
            </a:pPr>
            <a:r>
              <a:rPr lang="en-US" sz="2400" b="1" u="sng" spc="-54" dirty="0">
                <a:solidFill>
                  <a:schemeClr val="bg1"/>
                </a:solidFill>
                <a:latin typeface="IBM Plex Serif SemiBold" panose="02060703050406000203" pitchFamily="2" charset="0"/>
              </a:rPr>
              <a:t>Tools Used</a:t>
            </a:r>
            <a:r>
              <a:rPr lang="en-US" sz="2400" b="1" u="sng" spc="-54" dirty="0">
                <a:solidFill>
                  <a:srgbClr val="181C24">
                    <a:alpha val="100000"/>
                  </a:srgbClr>
                </a:solidFill>
                <a:latin typeface="IBM Plex Serif SemiBold" panose="02060703050406000203" pitchFamily="2" charset="0"/>
              </a:rPr>
              <a:t>:</a:t>
            </a:r>
          </a:p>
        </p:txBody>
      </p:sp>
      <p:pic>
        <p:nvPicPr>
          <p:cNvPr id="7" name="Graphic 6">
            <a:extLst>
              <a:ext uri="{FF2B5EF4-FFF2-40B4-BE49-F238E27FC236}">
                <a16:creationId xmlns:a16="http://schemas.microsoft.com/office/drawing/2014/main" id="{DDFF6F4A-24EB-7547-9201-14212D50999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3483" y="3130819"/>
            <a:ext cx="1618623" cy="1618622"/>
          </a:xfrm>
          <a:prstGeom prst="rect">
            <a:avLst/>
          </a:prstGeom>
        </p:spPr>
      </p:pic>
      <p:pic>
        <p:nvPicPr>
          <p:cNvPr id="9" name="Picture 8">
            <a:extLst>
              <a:ext uri="{FF2B5EF4-FFF2-40B4-BE49-F238E27FC236}">
                <a16:creationId xmlns:a16="http://schemas.microsoft.com/office/drawing/2014/main" id="{A5DD05F0-DEB5-4A1F-898C-B63709E50BF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55393" y="3130819"/>
            <a:ext cx="1618622" cy="1618622"/>
          </a:xfrm>
          <a:prstGeom prst="rect">
            <a:avLst/>
          </a:prstGeom>
        </p:spPr>
      </p:pic>
      <p:pic>
        <p:nvPicPr>
          <p:cNvPr id="11" name="Picture 10">
            <a:extLst>
              <a:ext uri="{FF2B5EF4-FFF2-40B4-BE49-F238E27FC236}">
                <a16:creationId xmlns:a16="http://schemas.microsoft.com/office/drawing/2014/main" id="{B33C517A-4B3E-8E4E-7890-6D9165F55BB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37464" y="3130819"/>
            <a:ext cx="1517072" cy="1618621"/>
          </a:xfrm>
          <a:prstGeom prst="rect">
            <a:avLst/>
          </a:prstGeom>
        </p:spPr>
      </p:pic>
      <p:pic>
        <p:nvPicPr>
          <p:cNvPr id="13" name="Picture 12">
            <a:extLst>
              <a:ext uri="{FF2B5EF4-FFF2-40B4-BE49-F238E27FC236}">
                <a16:creationId xmlns:a16="http://schemas.microsoft.com/office/drawing/2014/main" id="{A7872885-2CC1-4A9D-90D4-F0871179C44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394863" y="3429000"/>
            <a:ext cx="3754582" cy="1205345"/>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2766654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ABC4F-69B5-2CEE-91FC-1CCA6E59ACF0}"/>
              </a:ext>
            </a:extLst>
          </p:cNvPr>
          <p:cNvSpPr>
            <a:spLocks noGrp="1"/>
          </p:cNvSpPr>
          <p:nvPr>
            <p:ph type="ctrTitle"/>
          </p:nvPr>
        </p:nvSpPr>
        <p:spPr/>
        <p:txBody>
          <a:bodyPr/>
          <a:lstStyle/>
          <a:p>
            <a:r>
              <a:rPr lang="en-US" dirty="0"/>
              <a:t> </a:t>
            </a:r>
            <a:br>
              <a:rPr lang="en-US" dirty="0"/>
            </a:br>
            <a:endParaRPr lang="en-IN" dirty="0"/>
          </a:p>
        </p:txBody>
      </p:sp>
      <p:sp>
        <p:nvSpPr>
          <p:cNvPr id="3" name="Subtitle 2">
            <a:extLst>
              <a:ext uri="{FF2B5EF4-FFF2-40B4-BE49-F238E27FC236}">
                <a16:creationId xmlns:a16="http://schemas.microsoft.com/office/drawing/2014/main" id="{EE90E323-DE83-4EA5-1AFE-7432020EC601}"/>
              </a:ext>
            </a:extLst>
          </p:cNvPr>
          <p:cNvSpPr>
            <a:spLocks noGrp="1"/>
          </p:cNvSpPr>
          <p:nvPr>
            <p:ph type="subTitle" idx="1"/>
          </p:nvPr>
        </p:nvSpPr>
        <p:spPr>
          <a:xfrm>
            <a:off x="149087" y="99391"/>
            <a:ext cx="11907077" cy="6659217"/>
          </a:xfrm>
        </p:spPr>
        <p:style>
          <a:lnRef idx="2">
            <a:schemeClr val="dk1">
              <a:shade val="15000"/>
            </a:schemeClr>
          </a:lnRef>
          <a:fillRef idx="1">
            <a:schemeClr val="dk1"/>
          </a:fillRef>
          <a:effectRef idx="0">
            <a:schemeClr val="dk1"/>
          </a:effectRef>
          <a:fontRef idx="minor">
            <a:schemeClr val="lt1"/>
          </a:fontRef>
        </p:style>
        <p:txBody>
          <a:bodyPr>
            <a:normAutofit fontScale="77500" lnSpcReduction="20000"/>
          </a:bodyPr>
          <a:lstStyle/>
          <a:p>
            <a:pPr lvl="0" defTabSz="889000">
              <a:spcBef>
                <a:spcPct val="0"/>
              </a:spcBef>
              <a:spcAft>
                <a:spcPct val="35000"/>
              </a:spcAft>
            </a:pPr>
            <a:endParaRPr lang="en-IN" sz="7700" spc="-57" dirty="0">
              <a:solidFill>
                <a:schemeClr val="tx1"/>
              </a:solidFill>
              <a:latin typeface="Franklin Gothic Heavy" panose="020B0903020102020204" pitchFamily="34" charset="0"/>
            </a:endParaRPr>
          </a:p>
          <a:p>
            <a:pPr lvl="0" defTabSz="889000">
              <a:spcBef>
                <a:spcPct val="0"/>
              </a:spcBef>
              <a:spcAft>
                <a:spcPct val="35000"/>
              </a:spcAft>
            </a:pPr>
            <a:r>
              <a:rPr lang="en-IN" sz="10300" b="1" spc="-57" dirty="0">
                <a:solidFill>
                  <a:schemeClr val="bg1"/>
                </a:solidFill>
                <a:latin typeface="Arial Narrow" panose="020B0606020202030204" pitchFamily="34" charset="0"/>
              </a:rPr>
              <a:t>   AGENDA</a:t>
            </a:r>
          </a:p>
          <a:p>
            <a:pPr lvl="0" defTabSz="889000">
              <a:spcBef>
                <a:spcPct val="0"/>
              </a:spcBef>
              <a:spcAft>
                <a:spcPct val="35000"/>
              </a:spcAft>
            </a:pPr>
            <a:r>
              <a:rPr lang="en-IN" sz="6900" b="1" dirty="0">
                <a:solidFill>
                  <a:srgbClr val="FFFFFF"/>
                </a:solidFill>
                <a:latin typeface="Bahnschrift SemiBold SemiConden" panose="020B0502040204020203" pitchFamily="34" charset="0"/>
              </a:rPr>
              <a:t>Introduction</a:t>
            </a:r>
            <a:r>
              <a:rPr lang="en-IN" sz="6900" dirty="0">
                <a:solidFill>
                  <a:schemeClr val="bg1"/>
                </a:solidFill>
                <a:latin typeface="Bahnschrift SemiBold SemiConden" panose="020B0502040204020203" pitchFamily="34" charset="0"/>
              </a:rPr>
              <a:t> </a:t>
            </a:r>
          </a:p>
          <a:p>
            <a:pPr lvl="0" defTabSz="889000">
              <a:spcBef>
                <a:spcPct val="0"/>
              </a:spcBef>
              <a:spcAft>
                <a:spcPct val="35000"/>
              </a:spcAft>
            </a:pPr>
            <a:r>
              <a:rPr lang="en-IN" sz="6900" dirty="0">
                <a:solidFill>
                  <a:schemeClr val="bg1"/>
                </a:solidFill>
                <a:latin typeface="Bahnschrift SemiBold SemiConden" panose="020B0502040204020203" pitchFamily="34" charset="0"/>
              </a:rPr>
              <a:t>Project Overview</a:t>
            </a:r>
            <a:endParaRPr lang="en-IN" sz="6900" spc="-57" dirty="0">
              <a:solidFill>
                <a:schemeClr val="bg1"/>
              </a:solidFill>
              <a:latin typeface="Bahnschrift SemiBold SemiConden" panose="020B0502040204020203" pitchFamily="34" charset="0"/>
            </a:endParaRPr>
          </a:p>
          <a:p>
            <a:pPr lvl="0"/>
            <a:r>
              <a:rPr lang="en-IN" sz="6800" dirty="0">
                <a:latin typeface="Bahnschrift SemiBold SemiConden" panose="020B0502040204020203" pitchFamily="34" charset="0"/>
              </a:rPr>
              <a:t>KPI’s</a:t>
            </a:r>
            <a:endParaRPr lang="en-IN" sz="6800" dirty="0">
              <a:solidFill>
                <a:schemeClr val="bg1"/>
              </a:solidFill>
              <a:latin typeface="Bahnschrift SemiBold SemiConden" panose="020B0502040204020203" pitchFamily="34" charset="0"/>
            </a:endParaRPr>
          </a:p>
          <a:p>
            <a:pPr lvl="0"/>
            <a:r>
              <a:rPr lang="en-IN" sz="6900" dirty="0">
                <a:solidFill>
                  <a:schemeClr val="bg1"/>
                </a:solidFill>
                <a:latin typeface="Bahnschrift SemiBold SemiConden" panose="020B0502040204020203" pitchFamily="34" charset="0"/>
              </a:rPr>
              <a:t>Dashboard Design</a:t>
            </a:r>
          </a:p>
          <a:p>
            <a:pPr lvl="0"/>
            <a:r>
              <a:rPr lang="en-IN" sz="6900" dirty="0">
                <a:solidFill>
                  <a:schemeClr val="bg1"/>
                </a:solidFill>
                <a:latin typeface="Bahnschrift SemiBold SemiConden" panose="020B0502040204020203" pitchFamily="34" charset="0"/>
              </a:rPr>
              <a:t>Conclusion </a:t>
            </a:r>
          </a:p>
          <a:p>
            <a:endParaRPr lang="en-IN" dirty="0"/>
          </a:p>
        </p:txBody>
      </p:sp>
      <p:pic>
        <p:nvPicPr>
          <p:cNvPr id="6" name="Content Placeholder 3">
            <a:extLst>
              <a:ext uri="{FF2B5EF4-FFF2-40B4-BE49-F238E27FC236}">
                <a16:creationId xmlns:a16="http://schemas.microsoft.com/office/drawing/2014/main" id="{9A7BD17A-81F4-E14E-DA95-30C7AC476D41}"/>
              </a:ext>
            </a:extLst>
          </p:cNvPr>
          <p:cNvPicPr>
            <a:picLocks noChangeAspect="1"/>
          </p:cNvPicPr>
          <p:nvPr/>
        </p:nvPicPr>
        <p:blipFill>
          <a:blip r:embed="rId2"/>
          <a:stretch>
            <a:fillRect/>
          </a:stretch>
        </p:blipFill>
        <p:spPr>
          <a:xfrm>
            <a:off x="939511" y="-52749"/>
            <a:ext cx="3225193" cy="2161309"/>
          </a:xfrm>
          <a:prstGeom prst="rect">
            <a:avLst/>
          </a:prstGeom>
        </p:spPr>
      </p:pic>
    </p:spTree>
    <p:extLst>
      <p:ext uri="{BB962C8B-B14F-4D97-AF65-F5344CB8AC3E}">
        <p14:creationId xmlns:p14="http://schemas.microsoft.com/office/powerpoint/2010/main" val="21711687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Content Placeholder 3">
            <a:extLst>
              <a:ext uri="{FF2B5EF4-FFF2-40B4-BE49-F238E27FC236}">
                <a16:creationId xmlns:a16="http://schemas.microsoft.com/office/drawing/2014/main" id="{159848AC-19BD-9523-01B5-8BE538EC89C9}"/>
              </a:ext>
            </a:extLst>
          </p:cNvPr>
          <p:cNvPicPr>
            <a:picLocks noChangeAspect="1"/>
          </p:cNvPicPr>
          <p:nvPr/>
        </p:nvPicPr>
        <p:blipFill>
          <a:blip r:embed="rId2"/>
          <a:stretch>
            <a:fillRect/>
          </a:stretch>
        </p:blipFill>
        <p:spPr>
          <a:xfrm>
            <a:off x="263650" y="-241592"/>
            <a:ext cx="3225193" cy="2161309"/>
          </a:xfrm>
          <a:prstGeom prst="rect">
            <a:avLst/>
          </a:prstGeom>
        </p:spPr>
      </p:pic>
      <p:sp>
        <p:nvSpPr>
          <p:cNvPr id="4" name="TextBox 3">
            <a:extLst>
              <a:ext uri="{FF2B5EF4-FFF2-40B4-BE49-F238E27FC236}">
                <a16:creationId xmlns:a16="http://schemas.microsoft.com/office/drawing/2014/main" id="{85B82FE1-31C2-FCF9-C55C-BA62CA3BE0B2}"/>
              </a:ext>
            </a:extLst>
          </p:cNvPr>
          <p:cNvSpPr txBox="1"/>
          <p:nvPr/>
        </p:nvSpPr>
        <p:spPr>
          <a:xfrm>
            <a:off x="263650" y="331230"/>
            <a:ext cx="11772637" cy="1200329"/>
          </a:xfrm>
          <a:prstGeom prst="rect">
            <a:avLst/>
          </a:prstGeom>
          <a:noFill/>
        </p:spPr>
        <p:txBody>
          <a:bodyPr wrap="square">
            <a:spAutoFit/>
          </a:bodyPr>
          <a:lstStyle/>
          <a:p>
            <a:pPr algn="ctr"/>
            <a:r>
              <a:rPr lang="en-IN" sz="7200" b="1" dirty="0">
                <a:solidFill>
                  <a:schemeClr val="bg1"/>
                </a:solidFill>
                <a:latin typeface="Baskerville Old Face" panose="02020602080505020303" pitchFamily="18" charset="0"/>
              </a:rPr>
              <a:t>AGENDA</a:t>
            </a:r>
          </a:p>
        </p:txBody>
      </p:sp>
      <p:sp>
        <p:nvSpPr>
          <p:cNvPr id="6" name="TextBox 5">
            <a:extLst>
              <a:ext uri="{FF2B5EF4-FFF2-40B4-BE49-F238E27FC236}">
                <a16:creationId xmlns:a16="http://schemas.microsoft.com/office/drawing/2014/main" id="{155A5054-5B14-B414-30E6-5BCE1F5EBCAE}"/>
              </a:ext>
            </a:extLst>
          </p:cNvPr>
          <p:cNvSpPr txBox="1"/>
          <p:nvPr/>
        </p:nvSpPr>
        <p:spPr>
          <a:xfrm>
            <a:off x="376030" y="1919715"/>
            <a:ext cx="11439939" cy="4247317"/>
          </a:xfrm>
          <a:prstGeom prst="rect">
            <a:avLst/>
          </a:prstGeom>
          <a:noFill/>
        </p:spPr>
        <p:txBody>
          <a:bodyPr wrap="square">
            <a:spAutoFit/>
          </a:bodyPr>
          <a:lstStyle/>
          <a:p>
            <a:pPr algn="ctr"/>
            <a:r>
              <a:rPr lang="en-IN" sz="5400" dirty="0">
                <a:solidFill>
                  <a:schemeClr val="bg1"/>
                </a:solidFill>
                <a:latin typeface="Bahnschrift SemiBold" panose="020B0502040204020203" pitchFamily="34" charset="0"/>
              </a:rPr>
              <a:t>Introduction </a:t>
            </a:r>
          </a:p>
          <a:p>
            <a:pPr algn="ctr"/>
            <a:r>
              <a:rPr lang="en-IN" sz="5400" dirty="0">
                <a:solidFill>
                  <a:schemeClr val="bg1"/>
                </a:solidFill>
                <a:latin typeface="Bahnschrift SemiBold" panose="020B0502040204020203" pitchFamily="34" charset="0"/>
              </a:rPr>
              <a:t>Project Overview</a:t>
            </a:r>
          </a:p>
          <a:p>
            <a:pPr algn="ctr"/>
            <a:r>
              <a:rPr lang="en-IN" sz="5400" dirty="0">
                <a:solidFill>
                  <a:schemeClr val="bg1"/>
                </a:solidFill>
                <a:latin typeface="Bahnschrift SemiBold" panose="020B0502040204020203" pitchFamily="34" charset="0"/>
              </a:rPr>
              <a:t>KPI Analysis</a:t>
            </a:r>
          </a:p>
          <a:p>
            <a:pPr algn="ctr"/>
            <a:r>
              <a:rPr lang="en-IN" sz="5400" dirty="0">
                <a:solidFill>
                  <a:schemeClr val="bg1"/>
                </a:solidFill>
                <a:latin typeface="Bahnschrift SemiBold" panose="020B0502040204020203" pitchFamily="34" charset="0"/>
              </a:rPr>
              <a:t>Dashboard Design</a:t>
            </a:r>
          </a:p>
          <a:p>
            <a:pPr algn="ctr"/>
            <a:r>
              <a:rPr lang="en-IN" sz="5400" dirty="0">
                <a:solidFill>
                  <a:schemeClr val="bg1"/>
                </a:solidFill>
                <a:latin typeface="Bahnschrift SemiBold" panose="020B0502040204020203" pitchFamily="34" charset="0"/>
              </a:rPr>
              <a:t>Conclusion </a:t>
            </a:r>
          </a:p>
        </p:txBody>
      </p:sp>
    </p:spTree>
    <p:extLst>
      <p:ext uri="{BB962C8B-B14F-4D97-AF65-F5344CB8AC3E}">
        <p14:creationId xmlns:p14="http://schemas.microsoft.com/office/powerpoint/2010/main" val="5176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9302710-8C80-92C8-2FD4-8A7437E3ADC7}"/>
              </a:ext>
            </a:extLst>
          </p:cNvPr>
          <p:cNvPicPr>
            <a:picLocks noChangeAspect="1"/>
          </p:cNvPicPr>
          <p:nvPr/>
        </p:nvPicPr>
        <p:blipFill>
          <a:blip r:embed="rId3"/>
          <a:stretch>
            <a:fillRect/>
          </a:stretch>
        </p:blipFill>
        <p:spPr>
          <a:xfrm>
            <a:off x="204015" y="-261471"/>
            <a:ext cx="3225193" cy="2161309"/>
          </a:xfrm>
          <a:prstGeom prst="rect">
            <a:avLst/>
          </a:prstGeom>
        </p:spPr>
      </p:pic>
      <p:sp>
        <p:nvSpPr>
          <p:cNvPr id="7" name="TextBox 6">
            <a:extLst>
              <a:ext uri="{FF2B5EF4-FFF2-40B4-BE49-F238E27FC236}">
                <a16:creationId xmlns:a16="http://schemas.microsoft.com/office/drawing/2014/main" id="{EB29C314-C092-6F9B-5CA4-C6773631918E}"/>
              </a:ext>
            </a:extLst>
          </p:cNvPr>
          <p:cNvSpPr txBox="1"/>
          <p:nvPr/>
        </p:nvSpPr>
        <p:spPr>
          <a:xfrm>
            <a:off x="3543301" y="307091"/>
            <a:ext cx="6097656" cy="923330"/>
          </a:xfrm>
          <a:prstGeom prst="rect">
            <a:avLst/>
          </a:prstGeom>
          <a:noFill/>
        </p:spPr>
        <p:txBody>
          <a:bodyPr wrap="square">
            <a:spAutoFit/>
          </a:bodyPr>
          <a:lstStyle/>
          <a:p>
            <a:pPr lvl="0" algn="ctr" defTabSz="889000">
              <a:spcBef>
                <a:spcPct val="0"/>
              </a:spcBef>
              <a:spcAft>
                <a:spcPct val="35000"/>
              </a:spcAft>
            </a:pPr>
            <a:r>
              <a:rPr lang="en-IN" sz="5400" b="1" dirty="0">
                <a:solidFill>
                  <a:schemeClr val="bg1"/>
                </a:solidFill>
                <a:latin typeface="Bahnschrift" panose="020B0502040204020203" pitchFamily="34" charset="0"/>
              </a:rPr>
              <a:t>Project Overview</a:t>
            </a:r>
          </a:p>
        </p:txBody>
      </p:sp>
      <p:sp>
        <p:nvSpPr>
          <p:cNvPr id="9" name="TextBox 8">
            <a:extLst>
              <a:ext uri="{FF2B5EF4-FFF2-40B4-BE49-F238E27FC236}">
                <a16:creationId xmlns:a16="http://schemas.microsoft.com/office/drawing/2014/main" id="{A9ED15DD-3C1C-0217-6269-DF7E9CB21382}"/>
              </a:ext>
            </a:extLst>
          </p:cNvPr>
          <p:cNvSpPr txBox="1"/>
          <p:nvPr/>
        </p:nvSpPr>
        <p:spPr>
          <a:xfrm>
            <a:off x="0" y="1798982"/>
            <a:ext cx="9640957" cy="3970318"/>
          </a:xfrm>
          <a:prstGeom prst="rect">
            <a:avLst/>
          </a:prstGeom>
          <a:noFill/>
        </p:spPr>
        <p:txBody>
          <a:bodyPr wrap="square">
            <a:spAutoFit/>
          </a:bodyPr>
          <a:lstStyle/>
          <a:p>
            <a:pPr marL="0" indent="0">
              <a:buNone/>
            </a:pPr>
            <a:r>
              <a:rPr lang="en-US" sz="2800" b="0" i="0" dirty="0">
                <a:solidFill>
                  <a:schemeClr val="bg1"/>
                </a:solidFill>
                <a:effectLst/>
              </a:rPr>
              <a:t>The aim of this project is to analyze employee retention and attrition rates with the organization and provide insights to the HR team for developing effective retention strategies. Through data analysis and visualizations, we will identify factors that contribute to </a:t>
            </a:r>
          </a:p>
          <a:p>
            <a:pPr>
              <a:buFont typeface="Wingdings" panose="05000000000000000000" pitchFamily="2" charset="2"/>
              <a:buChar char="ü"/>
            </a:pPr>
            <a:r>
              <a:rPr lang="en-US" sz="2800" dirty="0">
                <a:solidFill>
                  <a:schemeClr val="bg1"/>
                </a:solidFill>
              </a:rPr>
              <a:t>E</a:t>
            </a:r>
            <a:r>
              <a:rPr lang="en-US" sz="2800" b="0" i="0" dirty="0">
                <a:solidFill>
                  <a:schemeClr val="bg1"/>
                </a:solidFill>
                <a:effectLst/>
              </a:rPr>
              <a:t>valuate the effectiveness of existing retention strategies. </a:t>
            </a:r>
          </a:p>
          <a:p>
            <a:pPr>
              <a:buFont typeface="Wingdings" panose="05000000000000000000" pitchFamily="2" charset="2"/>
              <a:buChar char="ü"/>
            </a:pPr>
            <a:r>
              <a:rPr lang="en-US" sz="2800" b="0" i="0" dirty="0">
                <a:solidFill>
                  <a:schemeClr val="bg1"/>
                </a:solidFill>
                <a:effectLst/>
              </a:rPr>
              <a:t>To verify the satisfaction level of employee in the organization.</a:t>
            </a:r>
          </a:p>
          <a:p>
            <a:pPr>
              <a:buFont typeface="Wingdings" panose="05000000000000000000" pitchFamily="2" charset="2"/>
              <a:buChar char="ü"/>
            </a:pPr>
            <a:r>
              <a:rPr lang="en-US" sz="2800" dirty="0">
                <a:solidFill>
                  <a:schemeClr val="bg1"/>
                </a:solidFill>
              </a:rPr>
              <a:t>P</a:t>
            </a:r>
            <a:r>
              <a:rPr lang="en-US" sz="2800" b="0" i="0" dirty="0">
                <a:solidFill>
                  <a:schemeClr val="bg1"/>
                </a:solidFill>
                <a:effectLst/>
              </a:rPr>
              <a:t>rovide recommendations to improve employee retention.</a:t>
            </a:r>
          </a:p>
          <a:p>
            <a:pPr>
              <a:buFont typeface="Wingdings" panose="05000000000000000000" pitchFamily="2" charset="2"/>
              <a:buChar char="ü"/>
            </a:pPr>
            <a:r>
              <a:rPr lang="en-US" sz="2800" dirty="0">
                <a:solidFill>
                  <a:schemeClr val="bg1"/>
                </a:solidFill>
              </a:rPr>
              <a:t>E</a:t>
            </a:r>
            <a:r>
              <a:rPr lang="en-US" sz="2800" b="0" i="0" dirty="0">
                <a:solidFill>
                  <a:schemeClr val="bg1"/>
                </a:solidFill>
                <a:effectLst/>
              </a:rPr>
              <a:t>mployee turnover and attrition.</a:t>
            </a:r>
          </a:p>
        </p:txBody>
      </p:sp>
    </p:spTree>
    <p:extLst>
      <p:ext uri="{BB962C8B-B14F-4D97-AF65-F5344CB8AC3E}">
        <p14:creationId xmlns:p14="http://schemas.microsoft.com/office/powerpoint/2010/main" val="1238198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FE5B9D4-62AA-C7BC-BD07-F474E5D7183C}"/>
              </a:ext>
            </a:extLst>
          </p:cNvPr>
          <p:cNvSpPr txBox="1"/>
          <p:nvPr/>
        </p:nvSpPr>
        <p:spPr>
          <a:xfrm>
            <a:off x="381827" y="73750"/>
            <a:ext cx="11810173" cy="923330"/>
          </a:xfrm>
          <a:prstGeom prst="rect">
            <a:avLst/>
          </a:prstGeom>
          <a:noFill/>
        </p:spPr>
        <p:txBody>
          <a:bodyPr wrap="square">
            <a:spAutoFit/>
          </a:bodyPr>
          <a:lstStyle/>
          <a:p>
            <a:pPr algn="ctr"/>
            <a:r>
              <a:rPr lang="en-IN" sz="5400" b="1" dirty="0">
                <a:solidFill>
                  <a:srgbClr val="FFFFFF"/>
                </a:solidFill>
                <a:latin typeface="Bahnschrift" panose="020B0502040204020203" pitchFamily="34" charset="0"/>
              </a:rPr>
              <a:t>Introduction</a:t>
            </a:r>
            <a:endParaRPr lang="en-IN" sz="5400" dirty="0">
              <a:latin typeface="Bahnschrift" panose="020B0502040204020203" pitchFamily="34" charset="0"/>
            </a:endParaRPr>
          </a:p>
        </p:txBody>
      </p:sp>
      <p:sp>
        <p:nvSpPr>
          <p:cNvPr id="7" name="TextBox 6">
            <a:extLst>
              <a:ext uri="{FF2B5EF4-FFF2-40B4-BE49-F238E27FC236}">
                <a16:creationId xmlns:a16="http://schemas.microsoft.com/office/drawing/2014/main" id="{BF65020C-101F-6D0F-053F-C186E70D8292}"/>
              </a:ext>
            </a:extLst>
          </p:cNvPr>
          <p:cNvSpPr txBox="1"/>
          <p:nvPr/>
        </p:nvSpPr>
        <p:spPr>
          <a:xfrm>
            <a:off x="89453" y="1321904"/>
            <a:ext cx="11519452" cy="5016758"/>
          </a:xfrm>
          <a:prstGeom prst="rect">
            <a:avLst/>
          </a:prstGeom>
          <a:noFill/>
        </p:spPr>
        <p:txBody>
          <a:bodyPr wrap="square">
            <a:spAutoFit/>
          </a:bodyPr>
          <a:lstStyle/>
          <a:p>
            <a:r>
              <a:rPr lang="en-IN" sz="4000" dirty="0">
                <a:solidFill>
                  <a:schemeClr val="bg1"/>
                </a:solidFill>
              </a:rPr>
              <a:t>HR analytics involves the collection and analysis of HR-related data, including employee data, performance metrics, and other relevant data points. By using advanced analytical tools and techniques, HR analytics provides valuable insights into HR processes and trends, enabling organizations to make more informed decisions about their employees and improve overall performance.</a:t>
            </a:r>
          </a:p>
        </p:txBody>
      </p:sp>
      <p:pic>
        <p:nvPicPr>
          <p:cNvPr id="8" name="Content Placeholder 3">
            <a:extLst>
              <a:ext uri="{FF2B5EF4-FFF2-40B4-BE49-F238E27FC236}">
                <a16:creationId xmlns:a16="http://schemas.microsoft.com/office/drawing/2014/main" id="{99ABE453-8611-2417-A420-A1953A52765E}"/>
              </a:ext>
            </a:extLst>
          </p:cNvPr>
          <p:cNvPicPr>
            <a:picLocks noChangeAspect="1"/>
          </p:cNvPicPr>
          <p:nvPr/>
        </p:nvPicPr>
        <p:blipFill>
          <a:blip r:embed="rId2"/>
          <a:stretch>
            <a:fillRect/>
          </a:stretch>
        </p:blipFill>
        <p:spPr>
          <a:xfrm>
            <a:off x="89453" y="-429500"/>
            <a:ext cx="3225193" cy="2161309"/>
          </a:xfrm>
          <a:prstGeom prst="rect">
            <a:avLst/>
          </a:prstGeom>
        </p:spPr>
      </p:pic>
    </p:spTree>
    <p:extLst>
      <p:ext uri="{BB962C8B-B14F-4D97-AF65-F5344CB8AC3E}">
        <p14:creationId xmlns:p14="http://schemas.microsoft.com/office/powerpoint/2010/main" val="17617562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49BB14-695A-51D7-08C5-9CEEED990CAA}"/>
              </a:ext>
            </a:extLst>
          </p:cNvPr>
          <p:cNvSpPr txBox="1"/>
          <p:nvPr/>
        </p:nvSpPr>
        <p:spPr>
          <a:xfrm>
            <a:off x="278296" y="232777"/>
            <a:ext cx="11233701" cy="923330"/>
          </a:xfrm>
          <a:prstGeom prst="rect">
            <a:avLst/>
          </a:prstGeom>
          <a:noFill/>
        </p:spPr>
        <p:txBody>
          <a:bodyPr wrap="square">
            <a:spAutoFit/>
          </a:bodyPr>
          <a:lstStyle/>
          <a:p>
            <a:pPr lvl="0" algn="ctr"/>
            <a:r>
              <a:rPr lang="en-IN" sz="5400" dirty="0">
                <a:solidFill>
                  <a:schemeClr val="bg1"/>
                </a:solidFill>
                <a:latin typeface="Bahnschrift SemiBold SemiConden" panose="020B0502040204020203" pitchFamily="34" charset="0"/>
              </a:rPr>
              <a:t>KPI’s</a:t>
            </a:r>
            <a:endParaRPr lang="en-IN" sz="5400" b="1" dirty="0">
              <a:solidFill>
                <a:schemeClr val="bg1"/>
              </a:solidFill>
              <a:latin typeface="Bahnschrift" panose="020B0502040204020203" pitchFamily="34" charset="0"/>
            </a:endParaRPr>
          </a:p>
        </p:txBody>
      </p:sp>
      <p:pic>
        <p:nvPicPr>
          <p:cNvPr id="4" name="Content Placeholder 3">
            <a:extLst>
              <a:ext uri="{FF2B5EF4-FFF2-40B4-BE49-F238E27FC236}">
                <a16:creationId xmlns:a16="http://schemas.microsoft.com/office/drawing/2014/main" id="{DA2FC8F3-6054-9ADB-6772-CB2F2F29AEF1}"/>
              </a:ext>
            </a:extLst>
          </p:cNvPr>
          <p:cNvPicPr>
            <a:picLocks noChangeAspect="1"/>
          </p:cNvPicPr>
          <p:nvPr/>
        </p:nvPicPr>
        <p:blipFill>
          <a:blip r:embed="rId2"/>
          <a:stretch>
            <a:fillRect/>
          </a:stretch>
        </p:blipFill>
        <p:spPr>
          <a:xfrm>
            <a:off x="129209" y="-386213"/>
            <a:ext cx="3225193" cy="2161309"/>
          </a:xfrm>
          <a:prstGeom prst="rect">
            <a:avLst/>
          </a:prstGeom>
        </p:spPr>
      </p:pic>
      <p:sp>
        <p:nvSpPr>
          <p:cNvPr id="6" name="TextBox 5">
            <a:extLst>
              <a:ext uri="{FF2B5EF4-FFF2-40B4-BE49-F238E27FC236}">
                <a16:creationId xmlns:a16="http://schemas.microsoft.com/office/drawing/2014/main" id="{1B3C25FF-0ECC-63C2-5F84-8CFD16510D7B}"/>
              </a:ext>
            </a:extLst>
          </p:cNvPr>
          <p:cNvSpPr txBox="1"/>
          <p:nvPr/>
        </p:nvSpPr>
        <p:spPr>
          <a:xfrm>
            <a:off x="129209" y="1888434"/>
            <a:ext cx="11382788" cy="4431983"/>
          </a:xfrm>
          <a:prstGeom prst="rect">
            <a:avLst/>
          </a:prstGeom>
          <a:noFill/>
        </p:spPr>
        <p:txBody>
          <a:bodyPr wrap="square">
            <a:spAutoFit/>
          </a:bodyPr>
          <a:lstStyle/>
          <a:p>
            <a:pPr marL="342900" indent="-342900">
              <a:buFont typeface="+mj-lt"/>
              <a:buAutoNum type="arabicPeriod"/>
            </a:pPr>
            <a:r>
              <a:rPr lang="en-IN" sz="2400" dirty="0">
                <a:solidFill>
                  <a:schemeClr val="bg1"/>
                </a:solidFill>
                <a:latin typeface="Bahnschrift Light Condensed" panose="020B0502040204020203" pitchFamily="34" charset="0"/>
              </a:rPr>
              <a:t>Average Attrition rate for all Departments</a:t>
            </a:r>
          </a:p>
          <a:p>
            <a:pPr marL="342900" indent="-342900">
              <a:buFont typeface="+mj-lt"/>
              <a:buAutoNum type="arabicPeriod"/>
            </a:pPr>
            <a:endParaRPr lang="en-IN" sz="2400" dirty="0">
              <a:latin typeface="Bahnschrift Light Condensed" panose="020B0502040204020203" pitchFamily="34" charset="0"/>
            </a:endParaRPr>
          </a:p>
          <a:p>
            <a:pPr marL="342900" indent="-342900">
              <a:buFont typeface="+mj-lt"/>
              <a:buAutoNum type="arabicPeriod"/>
            </a:pPr>
            <a:r>
              <a:rPr lang="en-IN" sz="2400" dirty="0">
                <a:solidFill>
                  <a:schemeClr val="bg1"/>
                </a:solidFill>
                <a:latin typeface="Bahnschrift Light Condensed" panose="020B0502040204020203" pitchFamily="34" charset="0"/>
              </a:rPr>
              <a:t>Average Hourly rate of Male Research Scientist</a:t>
            </a:r>
          </a:p>
          <a:p>
            <a:pPr marL="342900" indent="-342900">
              <a:buFont typeface="+mj-lt"/>
              <a:buAutoNum type="arabicPeriod"/>
            </a:pPr>
            <a:endParaRPr lang="en-IN" sz="2400" dirty="0">
              <a:solidFill>
                <a:schemeClr val="bg1"/>
              </a:solidFill>
              <a:latin typeface="Bahnschrift Light Condensed" panose="020B0502040204020203" pitchFamily="34" charset="0"/>
            </a:endParaRPr>
          </a:p>
          <a:p>
            <a:pPr marL="342900" indent="-342900">
              <a:buFont typeface="+mj-lt"/>
              <a:buAutoNum type="arabicPeriod"/>
            </a:pPr>
            <a:r>
              <a:rPr lang="en-IN" sz="2400" dirty="0">
                <a:solidFill>
                  <a:schemeClr val="bg1"/>
                </a:solidFill>
                <a:latin typeface="Bahnschrift Light Condensed" panose="020B0502040204020203" pitchFamily="34" charset="0"/>
              </a:rPr>
              <a:t>Attrition rate Vs Monthly income stats</a:t>
            </a:r>
          </a:p>
          <a:p>
            <a:pPr marL="342900" indent="-342900">
              <a:buFont typeface="+mj-lt"/>
              <a:buAutoNum type="arabicPeriod"/>
            </a:pPr>
            <a:endParaRPr lang="en-IN" sz="2400" dirty="0">
              <a:solidFill>
                <a:schemeClr val="bg1"/>
              </a:solidFill>
              <a:latin typeface="Bahnschrift Light Condensed" panose="020B0502040204020203" pitchFamily="34" charset="0"/>
            </a:endParaRPr>
          </a:p>
          <a:p>
            <a:pPr marL="342900" indent="-342900">
              <a:buFont typeface="+mj-lt"/>
              <a:buAutoNum type="arabicPeriod"/>
            </a:pPr>
            <a:r>
              <a:rPr lang="en-IN" sz="2400" dirty="0">
                <a:solidFill>
                  <a:schemeClr val="bg1"/>
                </a:solidFill>
                <a:latin typeface="Bahnschrift Light Condensed" panose="020B0502040204020203" pitchFamily="34" charset="0"/>
              </a:rPr>
              <a:t>Average working years for each Department</a:t>
            </a:r>
          </a:p>
          <a:p>
            <a:pPr marL="342900" indent="-342900">
              <a:buFont typeface="+mj-lt"/>
              <a:buAutoNum type="arabicPeriod"/>
            </a:pPr>
            <a:endParaRPr lang="en-IN" sz="2400" dirty="0">
              <a:solidFill>
                <a:schemeClr val="bg1"/>
              </a:solidFill>
              <a:latin typeface="Bahnschrift Light Condensed" panose="020B0502040204020203" pitchFamily="34" charset="0"/>
            </a:endParaRPr>
          </a:p>
          <a:p>
            <a:pPr marL="342900" indent="-342900">
              <a:buFont typeface="+mj-lt"/>
              <a:buAutoNum type="arabicPeriod"/>
            </a:pPr>
            <a:r>
              <a:rPr lang="en-IN" sz="2400" dirty="0">
                <a:solidFill>
                  <a:schemeClr val="bg1"/>
                </a:solidFill>
                <a:latin typeface="Bahnschrift Light Condensed" panose="020B0502040204020203" pitchFamily="34" charset="0"/>
              </a:rPr>
              <a:t>Job Role Vs Work life balance</a:t>
            </a:r>
          </a:p>
          <a:p>
            <a:pPr marL="342900" indent="-342900">
              <a:buFont typeface="+mj-lt"/>
              <a:buAutoNum type="arabicPeriod"/>
            </a:pPr>
            <a:endParaRPr lang="en-IN" sz="2400" dirty="0">
              <a:solidFill>
                <a:schemeClr val="bg1"/>
              </a:solidFill>
              <a:latin typeface="Bahnschrift Light Condensed" panose="020B0502040204020203" pitchFamily="34" charset="0"/>
            </a:endParaRPr>
          </a:p>
          <a:p>
            <a:pPr marL="342900" indent="-342900">
              <a:buFont typeface="+mj-lt"/>
              <a:buAutoNum type="arabicPeriod"/>
            </a:pPr>
            <a:r>
              <a:rPr lang="en-IN" sz="2400" dirty="0">
                <a:solidFill>
                  <a:schemeClr val="bg1"/>
                </a:solidFill>
                <a:latin typeface="Bahnschrift Light Condensed" panose="020B0502040204020203" pitchFamily="34" charset="0"/>
              </a:rPr>
              <a:t>Attrition rate Vs Year since last promotion relation</a:t>
            </a:r>
          </a:p>
          <a:p>
            <a:pPr marL="342900" indent="-342900">
              <a:buFont typeface="+mj-lt"/>
              <a:buAutoNum type="arabicPeriod"/>
            </a:pPr>
            <a:endParaRPr lang="en-IN" dirty="0">
              <a:latin typeface="+mj-lt"/>
            </a:endParaRPr>
          </a:p>
        </p:txBody>
      </p:sp>
    </p:spTree>
    <p:extLst>
      <p:ext uri="{BB962C8B-B14F-4D97-AF65-F5344CB8AC3E}">
        <p14:creationId xmlns:p14="http://schemas.microsoft.com/office/powerpoint/2010/main" val="4177245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DBB641-974C-2EAF-51FD-D0D170733D90}"/>
              </a:ext>
            </a:extLst>
          </p:cNvPr>
          <p:cNvSpPr txBox="1"/>
          <p:nvPr/>
        </p:nvSpPr>
        <p:spPr>
          <a:xfrm>
            <a:off x="0" y="99391"/>
            <a:ext cx="12192000" cy="400110"/>
          </a:xfrm>
          <a:prstGeom prst="rect">
            <a:avLst/>
          </a:prstGeom>
          <a:noFill/>
        </p:spPr>
        <p:txBody>
          <a:bodyPr wrap="square">
            <a:spAutoFit/>
          </a:bodyPr>
          <a:lstStyle/>
          <a:p>
            <a:pPr algn="ctr"/>
            <a:r>
              <a:rPr lang="en-IN" sz="2000" dirty="0">
                <a:solidFill>
                  <a:schemeClr val="bg1"/>
                </a:solidFill>
                <a:latin typeface="Franklin Gothic Heavy" panose="020B0903020102020204" pitchFamily="34" charset="0"/>
              </a:rPr>
              <a:t>Excel Dashboard</a:t>
            </a:r>
            <a:endParaRPr lang="en-IN" sz="2000" dirty="0">
              <a:solidFill>
                <a:schemeClr val="bg1"/>
              </a:solidFill>
            </a:endParaRPr>
          </a:p>
        </p:txBody>
      </p:sp>
      <p:pic>
        <p:nvPicPr>
          <p:cNvPr id="3" name="Picture 2">
            <a:extLst>
              <a:ext uri="{FF2B5EF4-FFF2-40B4-BE49-F238E27FC236}">
                <a16:creationId xmlns:a16="http://schemas.microsoft.com/office/drawing/2014/main" id="{B76D371C-BA64-FB86-EC4C-FB481FA3F2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32112"/>
            <a:ext cx="12192000" cy="5393775"/>
          </a:xfrm>
          <a:prstGeom prst="rect">
            <a:avLst/>
          </a:prstGeom>
        </p:spPr>
      </p:pic>
    </p:spTree>
    <p:extLst>
      <p:ext uri="{BB962C8B-B14F-4D97-AF65-F5344CB8AC3E}">
        <p14:creationId xmlns:p14="http://schemas.microsoft.com/office/powerpoint/2010/main" val="4064725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9D264DA-9EE1-FA78-A134-246F59CC525A}"/>
              </a:ext>
            </a:extLst>
          </p:cNvPr>
          <p:cNvSpPr txBox="1"/>
          <p:nvPr/>
        </p:nvSpPr>
        <p:spPr>
          <a:xfrm>
            <a:off x="4969452" y="137452"/>
            <a:ext cx="2761384" cy="400110"/>
          </a:xfrm>
          <a:prstGeom prst="rect">
            <a:avLst/>
          </a:prstGeom>
          <a:noFill/>
        </p:spPr>
        <p:txBody>
          <a:bodyPr wrap="square">
            <a:spAutoFit/>
          </a:bodyPr>
          <a:lstStyle/>
          <a:p>
            <a:pPr algn="ctr"/>
            <a:r>
              <a:rPr lang="en-IN" sz="2000" dirty="0">
                <a:solidFill>
                  <a:schemeClr val="bg1"/>
                </a:solidFill>
                <a:latin typeface="Franklin Gothic Heavy" panose="020B0903020102020204" pitchFamily="34" charset="0"/>
              </a:rPr>
              <a:t>My SQL Queries</a:t>
            </a:r>
            <a:endParaRPr lang="en-IN" sz="2000" dirty="0">
              <a:solidFill>
                <a:schemeClr val="bg1"/>
              </a:solidFill>
            </a:endParaRPr>
          </a:p>
        </p:txBody>
      </p:sp>
      <p:pic>
        <p:nvPicPr>
          <p:cNvPr id="3" name="Picture 2">
            <a:extLst>
              <a:ext uri="{FF2B5EF4-FFF2-40B4-BE49-F238E27FC236}">
                <a16:creationId xmlns:a16="http://schemas.microsoft.com/office/drawing/2014/main" id="{324BF5A2-2906-9C8F-4CC4-5D194FDB44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5542" y="537562"/>
            <a:ext cx="10580915" cy="6182986"/>
          </a:xfrm>
          <a:prstGeom prst="rect">
            <a:avLst/>
          </a:prstGeom>
        </p:spPr>
      </p:pic>
    </p:spTree>
    <p:extLst>
      <p:ext uri="{BB962C8B-B14F-4D97-AF65-F5344CB8AC3E}">
        <p14:creationId xmlns:p14="http://schemas.microsoft.com/office/powerpoint/2010/main" val="2293614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6DE19F-7C5C-382A-4F24-16FD319D79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264" y="79513"/>
            <a:ext cx="10995471" cy="6639340"/>
          </a:xfrm>
          <a:prstGeom prst="rect">
            <a:avLst/>
          </a:prstGeom>
        </p:spPr>
      </p:pic>
    </p:spTree>
    <p:extLst>
      <p:ext uri="{BB962C8B-B14F-4D97-AF65-F5344CB8AC3E}">
        <p14:creationId xmlns:p14="http://schemas.microsoft.com/office/powerpoint/2010/main" val="2509529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3AECE9-1709-C0E6-81ED-9ADDE317D0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4628" y="119270"/>
            <a:ext cx="5122743" cy="6619460"/>
          </a:xfrm>
          <a:prstGeom prst="rect">
            <a:avLst/>
          </a:prstGeom>
        </p:spPr>
      </p:pic>
    </p:spTree>
    <p:extLst>
      <p:ext uri="{BB962C8B-B14F-4D97-AF65-F5344CB8AC3E}">
        <p14:creationId xmlns:p14="http://schemas.microsoft.com/office/powerpoint/2010/main" val="335315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6CA3603-591D-EC6C-E46B-2F5BA69B4FD4}"/>
              </a:ext>
            </a:extLst>
          </p:cNvPr>
          <p:cNvSpPr txBox="1"/>
          <p:nvPr/>
        </p:nvSpPr>
        <p:spPr>
          <a:xfrm>
            <a:off x="4990234" y="116670"/>
            <a:ext cx="2439266" cy="369332"/>
          </a:xfrm>
          <a:prstGeom prst="rect">
            <a:avLst/>
          </a:prstGeom>
          <a:noFill/>
        </p:spPr>
        <p:txBody>
          <a:bodyPr wrap="square">
            <a:spAutoFit/>
          </a:bodyPr>
          <a:lstStyle/>
          <a:p>
            <a:pPr algn="ctr"/>
            <a:r>
              <a:rPr lang="en-IN" dirty="0">
                <a:solidFill>
                  <a:schemeClr val="bg1"/>
                </a:solidFill>
                <a:latin typeface="Franklin Gothic Heavy" panose="020B0903020102020204" pitchFamily="34" charset="0"/>
              </a:rPr>
              <a:t>Power BI Dashboard</a:t>
            </a:r>
            <a:endParaRPr lang="en-IN" dirty="0">
              <a:solidFill>
                <a:schemeClr val="bg1"/>
              </a:solidFill>
            </a:endParaRPr>
          </a:p>
        </p:txBody>
      </p:sp>
      <p:pic>
        <p:nvPicPr>
          <p:cNvPr id="4" name="Picture 3">
            <a:extLst>
              <a:ext uri="{FF2B5EF4-FFF2-40B4-BE49-F238E27FC236}">
                <a16:creationId xmlns:a16="http://schemas.microsoft.com/office/drawing/2014/main" id="{DD47892E-FAEC-AF9B-19CE-7AAB5C6223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330" y="486001"/>
            <a:ext cx="11956774" cy="6255329"/>
          </a:xfrm>
          <a:prstGeom prst="rect">
            <a:avLst/>
          </a:prstGeom>
        </p:spPr>
      </p:pic>
    </p:spTree>
    <p:extLst>
      <p:ext uri="{BB962C8B-B14F-4D97-AF65-F5344CB8AC3E}">
        <p14:creationId xmlns:p14="http://schemas.microsoft.com/office/powerpoint/2010/main" val="4288900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F6AA80E-CFCA-6A67-E06D-070F8A09BDD5}"/>
              </a:ext>
            </a:extLst>
          </p:cNvPr>
          <p:cNvSpPr txBox="1"/>
          <p:nvPr/>
        </p:nvSpPr>
        <p:spPr>
          <a:xfrm>
            <a:off x="5008419" y="129432"/>
            <a:ext cx="2643159" cy="369332"/>
          </a:xfrm>
          <a:prstGeom prst="rect">
            <a:avLst/>
          </a:prstGeom>
          <a:noFill/>
        </p:spPr>
        <p:txBody>
          <a:bodyPr wrap="square" rtlCol="0">
            <a:spAutoFit/>
          </a:bodyPr>
          <a:lstStyle/>
          <a:p>
            <a:pPr algn="ctr"/>
            <a:r>
              <a:rPr lang="en-IN" dirty="0">
                <a:solidFill>
                  <a:schemeClr val="bg1"/>
                </a:solidFill>
                <a:latin typeface="Franklin Gothic Heavy" panose="020B0903020102020204" pitchFamily="34" charset="0"/>
              </a:rPr>
              <a:t>Tableau Dashboard</a:t>
            </a:r>
            <a:endParaRPr lang="en-IN" dirty="0">
              <a:solidFill>
                <a:schemeClr val="bg1"/>
              </a:solidFill>
              <a:latin typeface="Arial Black" panose="020B0A04020102020204" pitchFamily="34" charset="0"/>
            </a:endParaRPr>
          </a:p>
        </p:txBody>
      </p:sp>
      <p:pic>
        <p:nvPicPr>
          <p:cNvPr id="5" name="Picture 4">
            <a:extLst>
              <a:ext uri="{FF2B5EF4-FFF2-40B4-BE49-F238E27FC236}">
                <a16:creationId xmlns:a16="http://schemas.microsoft.com/office/drawing/2014/main" id="{FCCA4D04-3634-96D1-5ABA-D2898DC61F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574" y="498764"/>
            <a:ext cx="12122426" cy="6229804"/>
          </a:xfrm>
          <a:prstGeom prst="rect">
            <a:avLst/>
          </a:prstGeom>
        </p:spPr>
      </p:pic>
    </p:spTree>
    <p:extLst>
      <p:ext uri="{BB962C8B-B14F-4D97-AF65-F5344CB8AC3E}">
        <p14:creationId xmlns:p14="http://schemas.microsoft.com/office/powerpoint/2010/main" val="1260005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E58ED0-D666-28BF-260E-413ED4CB5FBC}"/>
              </a:ext>
            </a:extLst>
          </p:cNvPr>
          <p:cNvSpPr txBox="1"/>
          <p:nvPr/>
        </p:nvSpPr>
        <p:spPr>
          <a:xfrm>
            <a:off x="225982" y="-253805"/>
            <a:ext cx="11938818" cy="923330"/>
          </a:xfrm>
          <a:prstGeom prst="rect">
            <a:avLst/>
          </a:prstGeom>
          <a:solidFill>
            <a:schemeClr val="tx1"/>
          </a:solidFill>
        </p:spPr>
        <p:txBody>
          <a:bodyPr wrap="square">
            <a:spAutoFit/>
          </a:bodyPr>
          <a:lstStyle/>
          <a:p>
            <a:pPr algn="ctr"/>
            <a:r>
              <a:rPr lang="en-IN" sz="5400" dirty="0">
                <a:solidFill>
                  <a:schemeClr val="bg1"/>
                </a:solidFill>
                <a:latin typeface="Bahnschrift" panose="020B0502040204020203" pitchFamily="34" charset="0"/>
              </a:rPr>
              <a:t>Conclusion</a:t>
            </a:r>
          </a:p>
        </p:txBody>
      </p:sp>
      <p:pic>
        <p:nvPicPr>
          <p:cNvPr id="4" name="Content Placeholder 3">
            <a:extLst>
              <a:ext uri="{FF2B5EF4-FFF2-40B4-BE49-F238E27FC236}">
                <a16:creationId xmlns:a16="http://schemas.microsoft.com/office/drawing/2014/main" id="{2CDA84AA-1F0D-5C08-1E0D-D2CF0EDF5AC8}"/>
              </a:ext>
            </a:extLst>
          </p:cNvPr>
          <p:cNvPicPr>
            <a:picLocks noChangeAspect="1"/>
          </p:cNvPicPr>
          <p:nvPr/>
        </p:nvPicPr>
        <p:blipFill>
          <a:blip r:embed="rId2"/>
          <a:stretch>
            <a:fillRect/>
          </a:stretch>
        </p:blipFill>
        <p:spPr>
          <a:xfrm>
            <a:off x="8451355" y="4824510"/>
            <a:ext cx="3225193" cy="2161309"/>
          </a:xfrm>
          <a:prstGeom prst="rect">
            <a:avLst/>
          </a:prstGeom>
        </p:spPr>
      </p:pic>
      <p:grpSp>
        <p:nvGrpSpPr>
          <p:cNvPr id="2" name="Group 1">
            <a:extLst>
              <a:ext uri="{FF2B5EF4-FFF2-40B4-BE49-F238E27FC236}">
                <a16:creationId xmlns:a16="http://schemas.microsoft.com/office/drawing/2014/main" id="{002CD207-B63E-F3F8-4846-C2CEB3877857}"/>
              </a:ext>
            </a:extLst>
          </p:cNvPr>
          <p:cNvGrpSpPr/>
          <p:nvPr/>
        </p:nvGrpSpPr>
        <p:grpSpPr>
          <a:xfrm>
            <a:off x="1255229" y="1794544"/>
            <a:ext cx="10083389" cy="738163"/>
            <a:chOff x="779863" y="5633"/>
            <a:chExt cx="10083389" cy="738163"/>
          </a:xfrm>
        </p:grpSpPr>
        <p:sp>
          <p:nvSpPr>
            <p:cNvPr id="20" name="Rectangle 19">
              <a:extLst>
                <a:ext uri="{FF2B5EF4-FFF2-40B4-BE49-F238E27FC236}">
                  <a16:creationId xmlns:a16="http://schemas.microsoft.com/office/drawing/2014/main" id="{F59EEC28-9E8F-1E2E-A8AA-25A425A3D004}"/>
                </a:ext>
              </a:extLst>
            </p:cNvPr>
            <p:cNvSpPr/>
            <p:nvPr/>
          </p:nvSpPr>
          <p:spPr>
            <a:xfrm>
              <a:off x="779863" y="5633"/>
              <a:ext cx="10083389" cy="738163"/>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1" name="TextBox 20">
              <a:extLst>
                <a:ext uri="{FF2B5EF4-FFF2-40B4-BE49-F238E27FC236}">
                  <a16:creationId xmlns:a16="http://schemas.microsoft.com/office/drawing/2014/main" id="{EE548341-F591-4747-C9FF-8A715BD6024E}"/>
                </a:ext>
              </a:extLst>
            </p:cNvPr>
            <p:cNvSpPr txBox="1"/>
            <p:nvPr/>
          </p:nvSpPr>
          <p:spPr>
            <a:xfrm>
              <a:off x="779863" y="5633"/>
              <a:ext cx="10083389" cy="73816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78122" tIns="78122" rIns="78122" bIns="78122" numCol="1" spcCol="1270" anchor="ctr" anchorCtr="0">
              <a:noAutofit/>
            </a:bodyPr>
            <a:lstStyle/>
            <a:p>
              <a:pPr marL="0" lvl="0" indent="0" algn="ctr" defTabSz="889000">
                <a:lnSpc>
                  <a:spcPct val="100000"/>
                </a:lnSpc>
                <a:spcBef>
                  <a:spcPct val="0"/>
                </a:spcBef>
                <a:spcAft>
                  <a:spcPct val="35000"/>
                </a:spcAft>
                <a:buNone/>
              </a:pPr>
              <a:endParaRPr lang="en-US" sz="2000" kern="1200" dirty="0"/>
            </a:p>
          </p:txBody>
        </p:sp>
      </p:grpSp>
      <p:grpSp>
        <p:nvGrpSpPr>
          <p:cNvPr id="5" name="Group 4">
            <a:extLst>
              <a:ext uri="{FF2B5EF4-FFF2-40B4-BE49-F238E27FC236}">
                <a16:creationId xmlns:a16="http://schemas.microsoft.com/office/drawing/2014/main" id="{71FE9D16-B582-A714-524B-AA9957E4D909}"/>
              </a:ext>
            </a:extLst>
          </p:cNvPr>
          <p:cNvGrpSpPr/>
          <p:nvPr/>
        </p:nvGrpSpPr>
        <p:grpSpPr>
          <a:xfrm>
            <a:off x="1054305" y="2137214"/>
            <a:ext cx="10083389" cy="738163"/>
            <a:chOff x="779863" y="928338"/>
            <a:chExt cx="10083389" cy="738163"/>
          </a:xfrm>
        </p:grpSpPr>
        <p:sp>
          <p:nvSpPr>
            <p:cNvPr id="18" name="Rectangle 17">
              <a:extLst>
                <a:ext uri="{FF2B5EF4-FFF2-40B4-BE49-F238E27FC236}">
                  <a16:creationId xmlns:a16="http://schemas.microsoft.com/office/drawing/2014/main" id="{557C1664-5C4F-D162-0529-7857BDC8F1B2}"/>
                </a:ext>
              </a:extLst>
            </p:cNvPr>
            <p:cNvSpPr/>
            <p:nvPr/>
          </p:nvSpPr>
          <p:spPr>
            <a:xfrm>
              <a:off x="779863" y="928338"/>
              <a:ext cx="10083389" cy="738163"/>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9" name="TextBox 18">
              <a:extLst>
                <a:ext uri="{FF2B5EF4-FFF2-40B4-BE49-F238E27FC236}">
                  <a16:creationId xmlns:a16="http://schemas.microsoft.com/office/drawing/2014/main" id="{7BE1685C-CD58-90C9-4DFC-247CFFC4A482}"/>
                </a:ext>
              </a:extLst>
            </p:cNvPr>
            <p:cNvSpPr txBox="1"/>
            <p:nvPr/>
          </p:nvSpPr>
          <p:spPr>
            <a:xfrm>
              <a:off x="779863" y="928338"/>
              <a:ext cx="10083389" cy="73816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78122" tIns="78122" rIns="78122" bIns="78122" numCol="1" spcCol="1270" anchor="ctr" anchorCtr="0">
              <a:noAutofit/>
            </a:bodyPr>
            <a:lstStyle/>
            <a:p>
              <a:pPr marL="0" lvl="0" indent="0" algn="ctr" defTabSz="889000">
                <a:lnSpc>
                  <a:spcPct val="100000"/>
                </a:lnSpc>
                <a:spcBef>
                  <a:spcPct val="0"/>
                </a:spcBef>
                <a:spcAft>
                  <a:spcPct val="35000"/>
                </a:spcAft>
                <a:buNone/>
              </a:pPr>
              <a:endParaRPr lang="en-US" sz="2000" kern="1200" dirty="0"/>
            </a:p>
          </p:txBody>
        </p:sp>
      </p:grpSp>
      <p:grpSp>
        <p:nvGrpSpPr>
          <p:cNvPr id="6" name="Group 5">
            <a:extLst>
              <a:ext uri="{FF2B5EF4-FFF2-40B4-BE49-F238E27FC236}">
                <a16:creationId xmlns:a16="http://schemas.microsoft.com/office/drawing/2014/main" id="{426C6608-30DF-9722-F0CE-C770B9CA5097}"/>
              </a:ext>
            </a:extLst>
          </p:cNvPr>
          <p:cNvGrpSpPr/>
          <p:nvPr/>
        </p:nvGrpSpPr>
        <p:grpSpPr>
          <a:xfrm>
            <a:off x="1054305" y="3059918"/>
            <a:ext cx="10182781" cy="922703"/>
            <a:chOff x="779863" y="1851042"/>
            <a:chExt cx="10182781" cy="922703"/>
          </a:xfrm>
        </p:grpSpPr>
        <p:sp>
          <p:nvSpPr>
            <p:cNvPr id="16" name="Rectangle 15">
              <a:extLst>
                <a:ext uri="{FF2B5EF4-FFF2-40B4-BE49-F238E27FC236}">
                  <a16:creationId xmlns:a16="http://schemas.microsoft.com/office/drawing/2014/main" id="{D9CC984C-1487-6DD3-1BAF-C19D101560C4}"/>
                </a:ext>
              </a:extLst>
            </p:cNvPr>
            <p:cNvSpPr/>
            <p:nvPr/>
          </p:nvSpPr>
          <p:spPr>
            <a:xfrm>
              <a:off x="779863" y="1851042"/>
              <a:ext cx="10083389" cy="738163"/>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7" name="TextBox 16">
              <a:extLst>
                <a:ext uri="{FF2B5EF4-FFF2-40B4-BE49-F238E27FC236}">
                  <a16:creationId xmlns:a16="http://schemas.microsoft.com/office/drawing/2014/main" id="{AE95E0EB-FB52-B888-821F-552391E3EB80}"/>
                </a:ext>
              </a:extLst>
            </p:cNvPr>
            <p:cNvSpPr txBox="1"/>
            <p:nvPr/>
          </p:nvSpPr>
          <p:spPr>
            <a:xfrm>
              <a:off x="879255" y="2035582"/>
              <a:ext cx="10083389" cy="73816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78122" tIns="78122" rIns="78122" bIns="78122" numCol="1" spcCol="1270" anchor="ctr" anchorCtr="0">
              <a:noAutofit/>
            </a:bodyPr>
            <a:lstStyle/>
            <a:p>
              <a:pPr marL="0" lvl="0" indent="0" algn="ctr" defTabSz="889000">
                <a:lnSpc>
                  <a:spcPct val="100000"/>
                </a:lnSpc>
                <a:spcBef>
                  <a:spcPct val="0"/>
                </a:spcBef>
                <a:spcAft>
                  <a:spcPct val="35000"/>
                </a:spcAft>
                <a:buNone/>
              </a:pPr>
              <a:endParaRPr lang="en-US" sz="2000" kern="1200" dirty="0"/>
            </a:p>
          </p:txBody>
        </p:sp>
      </p:grpSp>
      <p:grpSp>
        <p:nvGrpSpPr>
          <p:cNvPr id="7" name="Group 6">
            <a:extLst>
              <a:ext uri="{FF2B5EF4-FFF2-40B4-BE49-F238E27FC236}">
                <a16:creationId xmlns:a16="http://schemas.microsoft.com/office/drawing/2014/main" id="{F3C563FF-1CBA-15E6-00FA-F78F4E337CE7}"/>
              </a:ext>
            </a:extLst>
          </p:cNvPr>
          <p:cNvGrpSpPr/>
          <p:nvPr/>
        </p:nvGrpSpPr>
        <p:grpSpPr>
          <a:xfrm>
            <a:off x="1054305" y="3982623"/>
            <a:ext cx="10083389" cy="738163"/>
            <a:chOff x="779863" y="2773747"/>
            <a:chExt cx="10083389" cy="738163"/>
          </a:xfrm>
        </p:grpSpPr>
        <p:sp>
          <p:nvSpPr>
            <p:cNvPr id="14" name="Rectangle 13">
              <a:extLst>
                <a:ext uri="{FF2B5EF4-FFF2-40B4-BE49-F238E27FC236}">
                  <a16:creationId xmlns:a16="http://schemas.microsoft.com/office/drawing/2014/main" id="{A46D3C7E-3363-7D21-803A-78C1EC2601EE}"/>
                </a:ext>
              </a:extLst>
            </p:cNvPr>
            <p:cNvSpPr/>
            <p:nvPr/>
          </p:nvSpPr>
          <p:spPr>
            <a:xfrm>
              <a:off x="779863" y="2773747"/>
              <a:ext cx="10083389" cy="738163"/>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5" name="TextBox 14">
              <a:extLst>
                <a:ext uri="{FF2B5EF4-FFF2-40B4-BE49-F238E27FC236}">
                  <a16:creationId xmlns:a16="http://schemas.microsoft.com/office/drawing/2014/main" id="{7DFF9852-FA4F-22D2-79CC-D5E7C9B97A98}"/>
                </a:ext>
              </a:extLst>
            </p:cNvPr>
            <p:cNvSpPr txBox="1"/>
            <p:nvPr/>
          </p:nvSpPr>
          <p:spPr>
            <a:xfrm>
              <a:off x="779863" y="2773747"/>
              <a:ext cx="10083389" cy="73816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78122" tIns="78122" rIns="78122" bIns="78122" numCol="1" spcCol="1270" anchor="ctr" anchorCtr="0">
              <a:noAutofit/>
            </a:bodyPr>
            <a:lstStyle/>
            <a:p>
              <a:pPr marL="0" lvl="0" indent="0" algn="ctr" defTabSz="800100">
                <a:lnSpc>
                  <a:spcPct val="100000"/>
                </a:lnSpc>
                <a:spcBef>
                  <a:spcPct val="0"/>
                </a:spcBef>
                <a:spcAft>
                  <a:spcPct val="35000"/>
                </a:spcAft>
                <a:buNone/>
              </a:pPr>
              <a:endParaRPr lang="en-US" sz="1800" kern="1200" dirty="0"/>
            </a:p>
          </p:txBody>
        </p:sp>
      </p:grpSp>
      <p:grpSp>
        <p:nvGrpSpPr>
          <p:cNvPr id="9" name="Group 8">
            <a:extLst>
              <a:ext uri="{FF2B5EF4-FFF2-40B4-BE49-F238E27FC236}">
                <a16:creationId xmlns:a16="http://schemas.microsoft.com/office/drawing/2014/main" id="{2353AD87-F309-BC54-BADE-6F20DEB0B78B}"/>
              </a:ext>
            </a:extLst>
          </p:cNvPr>
          <p:cNvGrpSpPr/>
          <p:nvPr/>
        </p:nvGrpSpPr>
        <p:grpSpPr>
          <a:xfrm>
            <a:off x="1054305" y="4905327"/>
            <a:ext cx="10083389" cy="738163"/>
            <a:chOff x="779863" y="3696451"/>
            <a:chExt cx="10083389" cy="738163"/>
          </a:xfrm>
        </p:grpSpPr>
        <p:sp>
          <p:nvSpPr>
            <p:cNvPr id="11" name="Rectangle 10">
              <a:extLst>
                <a:ext uri="{FF2B5EF4-FFF2-40B4-BE49-F238E27FC236}">
                  <a16:creationId xmlns:a16="http://schemas.microsoft.com/office/drawing/2014/main" id="{4FAB4B91-6EE8-1BF8-02EE-1E9EE21E3D50}"/>
                </a:ext>
              </a:extLst>
            </p:cNvPr>
            <p:cNvSpPr/>
            <p:nvPr/>
          </p:nvSpPr>
          <p:spPr>
            <a:xfrm>
              <a:off x="779863" y="3696451"/>
              <a:ext cx="10083389" cy="738163"/>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3" name="TextBox 12">
              <a:extLst>
                <a:ext uri="{FF2B5EF4-FFF2-40B4-BE49-F238E27FC236}">
                  <a16:creationId xmlns:a16="http://schemas.microsoft.com/office/drawing/2014/main" id="{3804EE8E-3F01-5597-C6D5-2A568887EE07}"/>
                </a:ext>
              </a:extLst>
            </p:cNvPr>
            <p:cNvSpPr txBox="1"/>
            <p:nvPr/>
          </p:nvSpPr>
          <p:spPr>
            <a:xfrm>
              <a:off x="779863" y="3696451"/>
              <a:ext cx="10083389" cy="73816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78122" tIns="78122" rIns="78122" bIns="78122" numCol="1" spcCol="1270" anchor="ctr" anchorCtr="0">
              <a:noAutofit/>
            </a:bodyPr>
            <a:lstStyle/>
            <a:p>
              <a:pPr marL="0" lvl="0" indent="0" defTabSz="800100">
                <a:spcBef>
                  <a:spcPct val="0"/>
                </a:spcBef>
                <a:spcAft>
                  <a:spcPct val="35000"/>
                </a:spcAft>
                <a:buNone/>
              </a:pPr>
              <a:endParaRPr lang="en-US" sz="1800" kern="1200" dirty="0"/>
            </a:p>
          </p:txBody>
        </p:sp>
      </p:grpSp>
      <p:sp>
        <p:nvSpPr>
          <p:cNvPr id="23" name="TextBox 22">
            <a:extLst>
              <a:ext uri="{FF2B5EF4-FFF2-40B4-BE49-F238E27FC236}">
                <a16:creationId xmlns:a16="http://schemas.microsoft.com/office/drawing/2014/main" id="{7F85AF87-9B30-1F38-15A6-50487DB21491}"/>
              </a:ext>
            </a:extLst>
          </p:cNvPr>
          <p:cNvSpPr txBox="1"/>
          <p:nvPr/>
        </p:nvSpPr>
        <p:spPr>
          <a:xfrm>
            <a:off x="231912" y="854066"/>
            <a:ext cx="11728174" cy="4616648"/>
          </a:xfrm>
          <a:prstGeom prst="rect">
            <a:avLst/>
          </a:prstGeom>
          <a:noFill/>
        </p:spPr>
        <p:txBody>
          <a:bodyPr wrap="square">
            <a:spAutoFit/>
          </a:bodyPr>
          <a:lstStyle/>
          <a:p>
            <a:pPr>
              <a:buFont typeface="Arial" panose="020B0604020202020204" pitchFamily="34" charset="0"/>
              <a:buChar char="•"/>
            </a:pPr>
            <a:r>
              <a:rPr lang="en-US" sz="2000" b="1" dirty="0">
                <a:solidFill>
                  <a:schemeClr val="bg1"/>
                </a:solidFill>
                <a:latin typeface="Arial" panose="020B0604020202020204" pitchFamily="34" charset="0"/>
                <a:cs typeface="Arial" panose="020B0604020202020204" pitchFamily="34" charset="0"/>
              </a:rPr>
              <a:t>Strengthen Engagement Programs</a:t>
            </a:r>
            <a:r>
              <a:rPr lang="en-US" sz="2000" dirty="0">
                <a:solidFill>
                  <a:schemeClr val="bg1"/>
                </a:solidFill>
                <a:latin typeface="Arial" panose="020B0604020202020204" pitchFamily="34" charset="0"/>
                <a:cs typeface="Arial" panose="020B0604020202020204" pitchFamily="34" charset="0"/>
              </a:rPr>
              <a:t>: Drive employee commitment through structured initiatives such as continuous feedback mechanisms, formal recognition platforms, performance-based rewards, and well-defined career advancement pathways</a:t>
            </a:r>
            <a:r>
              <a:rPr lang="en-US" dirty="0">
                <a:solidFill>
                  <a:schemeClr val="bg1"/>
                </a:solidFill>
              </a:rPr>
              <a:t>.</a:t>
            </a:r>
          </a:p>
          <a:p>
            <a:pPr>
              <a:buFont typeface="Arial" panose="020B0604020202020204" pitchFamily="34" charset="0"/>
              <a:buChar char="•"/>
            </a:pPr>
            <a:endParaRPr lang="en-US" dirty="0">
              <a:solidFill>
                <a:schemeClr val="bg1"/>
              </a:solidFill>
            </a:endParaRPr>
          </a:p>
          <a:p>
            <a:pPr>
              <a:buFont typeface="Arial" panose="020B0604020202020204" pitchFamily="34" charset="0"/>
              <a:buChar char="•"/>
            </a:pPr>
            <a:r>
              <a:rPr lang="en-US" sz="2000" b="1" dirty="0">
                <a:solidFill>
                  <a:schemeClr val="bg1"/>
                </a:solidFill>
                <a:latin typeface="Arial" panose="020B0604020202020204" pitchFamily="34" charset="0"/>
                <a:cs typeface="Arial" panose="020B0604020202020204" pitchFamily="34" charset="0"/>
              </a:rPr>
              <a:t>Optimize Workload Management</a:t>
            </a:r>
            <a:r>
              <a:rPr lang="en-US" sz="2000" dirty="0">
                <a:solidFill>
                  <a:schemeClr val="bg1"/>
                </a:solidFill>
                <a:latin typeface="Arial" panose="020B0604020202020204" pitchFamily="34" charset="0"/>
                <a:cs typeface="Arial" panose="020B0604020202020204" pitchFamily="34" charset="0"/>
              </a:rPr>
              <a:t>: Safeguard employee well-being by proactively monitoring task distribution, ensuring workloads remain balanced, and implementing adjustments to prevent fatigue and burnout.</a:t>
            </a:r>
          </a:p>
          <a:p>
            <a:endParaRPr lang="en-US" dirty="0">
              <a:solidFill>
                <a:schemeClr val="bg1"/>
              </a:solidFill>
            </a:endParaRPr>
          </a:p>
          <a:p>
            <a:pPr>
              <a:buFont typeface="Arial" panose="020B0604020202020204" pitchFamily="34" charset="0"/>
              <a:buChar char="•"/>
            </a:pPr>
            <a:r>
              <a:rPr lang="en-US" sz="2000" b="1" dirty="0">
                <a:solidFill>
                  <a:schemeClr val="bg1"/>
                </a:solidFill>
                <a:latin typeface="Arial" panose="020B0604020202020204" pitchFamily="34" charset="0"/>
                <a:cs typeface="Arial" panose="020B0604020202020204" pitchFamily="34" charset="0"/>
              </a:rPr>
              <a:t>Cultivate a Supportive Workplace Culture</a:t>
            </a:r>
            <a:r>
              <a:rPr lang="en-US" sz="2000" dirty="0">
                <a:solidFill>
                  <a:schemeClr val="bg1"/>
                </a:solidFill>
                <a:latin typeface="Arial" panose="020B0604020202020204" pitchFamily="34" charset="0"/>
                <a:cs typeface="Arial" panose="020B0604020202020204" pitchFamily="34" charset="0"/>
              </a:rPr>
              <a:t>: Build an environment rooted in respect, inclusivity, and collaboration. Encourage transparent communication channels and foster teamwork to create a sense of belonging and shared purpose.</a:t>
            </a:r>
          </a:p>
          <a:p>
            <a:pPr>
              <a:buFont typeface="Arial" panose="020B0604020202020204" pitchFamily="34" charset="0"/>
              <a:buChar char="•"/>
            </a:pPr>
            <a:endParaRPr lang="en-US" dirty="0">
              <a:solidFill>
                <a:schemeClr val="bg1"/>
              </a:solidFill>
            </a:endParaRPr>
          </a:p>
          <a:p>
            <a:pPr>
              <a:buFont typeface="Arial" panose="020B0604020202020204" pitchFamily="34" charset="0"/>
              <a:buChar char="•"/>
            </a:pPr>
            <a:r>
              <a:rPr lang="en-US" sz="2000" b="1" dirty="0">
                <a:solidFill>
                  <a:schemeClr val="bg1"/>
                </a:solidFill>
                <a:latin typeface="Arial" panose="020B0604020202020204" pitchFamily="34" charset="0"/>
                <a:cs typeface="Arial" panose="020B0604020202020204" pitchFamily="34" charset="0"/>
              </a:rPr>
              <a:t>Ensure Equitable Compensation</a:t>
            </a:r>
            <a:r>
              <a:rPr lang="en-US" sz="2000" dirty="0">
                <a:solidFill>
                  <a:schemeClr val="bg1"/>
                </a:solidFill>
                <a:latin typeface="Arial" panose="020B0604020202020204" pitchFamily="34" charset="0"/>
                <a:cs typeface="Arial" panose="020B0604020202020204" pitchFamily="34" charset="0"/>
              </a:rPr>
              <a:t>: Maintain fairness and competitiveness in pay structures by regularly reviewing compensation policies. Align rewards with performance outcomes and explore intrinsic motivators that inspire employees to remain engaged and committed</a:t>
            </a:r>
            <a:r>
              <a:rPr lang="en-US" sz="20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679934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968FE1D-21F7-CD7A-DD33-3A9C4B43DDD7}"/>
              </a:ext>
            </a:extLst>
          </p:cNvPr>
          <p:cNvSpPr>
            <a:spLocks noGrp="1"/>
          </p:cNvSpPr>
          <p:nvPr>
            <p:ph type="subTitle" idx="1"/>
          </p:nvPr>
        </p:nvSpPr>
        <p:spPr/>
        <p:txBody>
          <a:bodyPr/>
          <a:lstStyle/>
          <a:p>
            <a:r>
              <a:rPr lang="en-US" dirty="0"/>
              <a:t> </a:t>
            </a:r>
          </a:p>
          <a:p>
            <a:endParaRPr lang="en-IN" dirty="0"/>
          </a:p>
        </p:txBody>
      </p:sp>
      <p:sp>
        <p:nvSpPr>
          <p:cNvPr id="4" name="Title 3">
            <a:extLst>
              <a:ext uri="{FF2B5EF4-FFF2-40B4-BE49-F238E27FC236}">
                <a16:creationId xmlns:a16="http://schemas.microsoft.com/office/drawing/2014/main" id="{D22383AE-3EEB-9DB5-FAB4-D1E3E349EDEC}"/>
              </a:ext>
            </a:extLst>
          </p:cNvPr>
          <p:cNvSpPr txBox="1">
            <a:spLocks noGrp="1"/>
          </p:cNvSpPr>
          <p:nvPr>
            <p:ph type="ctrTitle"/>
          </p:nvPr>
        </p:nvSpPr>
        <p:spPr>
          <a:xfrm rot="21088266">
            <a:off x="1493767" y="2420434"/>
            <a:ext cx="9144000" cy="1089529"/>
          </a:xfrm>
          <a:prstGeom prst="rect">
            <a:avLst/>
          </a:prstGeom>
          <a:noFill/>
        </p:spPr>
        <p:txBody>
          <a:bodyPr wrap="square" rtlCol="0">
            <a:spAutoFit/>
          </a:bodyPr>
          <a:lstStyle/>
          <a:p>
            <a:r>
              <a:rPr lang="en-US" sz="7200" dirty="0">
                <a:solidFill>
                  <a:schemeClr val="bg1"/>
                </a:solidFill>
                <a:latin typeface="Algerian" panose="04020705040A02060702" pitchFamily="82" charset="0"/>
              </a:rPr>
              <a:t>Thank you !</a:t>
            </a:r>
            <a:endParaRPr lang="en-IN" sz="7200" dirty="0">
              <a:solidFill>
                <a:schemeClr val="bg1"/>
              </a:solidFill>
              <a:latin typeface="Algerian" panose="04020705040A02060702" pitchFamily="82" charset="0"/>
            </a:endParaRPr>
          </a:p>
        </p:txBody>
      </p:sp>
      <p:pic>
        <p:nvPicPr>
          <p:cNvPr id="2" name="Content Placeholder 3">
            <a:extLst>
              <a:ext uri="{FF2B5EF4-FFF2-40B4-BE49-F238E27FC236}">
                <a16:creationId xmlns:a16="http://schemas.microsoft.com/office/drawing/2014/main" id="{F1F8D346-E25B-71B8-EAD2-8044A8AACD1D}"/>
              </a:ext>
            </a:extLst>
          </p:cNvPr>
          <p:cNvPicPr>
            <a:picLocks noChangeAspect="1"/>
          </p:cNvPicPr>
          <p:nvPr/>
        </p:nvPicPr>
        <p:blipFill>
          <a:blip r:embed="rId2"/>
          <a:stretch>
            <a:fillRect/>
          </a:stretch>
        </p:blipFill>
        <p:spPr>
          <a:xfrm>
            <a:off x="8294872" y="4749440"/>
            <a:ext cx="3225193" cy="2018936"/>
          </a:xfrm>
          <a:prstGeom prst="rect">
            <a:avLst/>
          </a:prstGeom>
        </p:spPr>
      </p:pic>
    </p:spTree>
    <p:extLst>
      <p:ext uri="{BB962C8B-B14F-4D97-AF65-F5344CB8AC3E}">
        <p14:creationId xmlns:p14="http://schemas.microsoft.com/office/powerpoint/2010/main" val="21112282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292</TotalTime>
  <Words>361</Words>
  <Application>Microsoft Office PowerPoint</Application>
  <PresentationFormat>Widescreen</PresentationFormat>
  <Paragraphs>59</Paragraphs>
  <Slides>15</Slides>
  <Notes>1</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15</vt:i4>
      </vt:variant>
    </vt:vector>
  </HeadingPairs>
  <TitlesOfParts>
    <vt:vector size="31" baseType="lpstr">
      <vt:lpstr>Algerian</vt:lpstr>
      <vt:lpstr>Arial</vt:lpstr>
      <vt:lpstr>Arial Black</vt:lpstr>
      <vt:lpstr>Arial Narrow</vt:lpstr>
      <vt:lpstr>Arial Rounded MT Bold</vt:lpstr>
      <vt:lpstr>Bahnschrift</vt:lpstr>
      <vt:lpstr>Bahnschrift Light Condensed</vt:lpstr>
      <vt:lpstr>Bahnschrift SemiBold</vt:lpstr>
      <vt:lpstr>Bahnschrift SemiBold SemiConden</vt:lpstr>
      <vt:lpstr>Baskerville Old Face</vt:lpstr>
      <vt:lpstr>Calibri</vt:lpstr>
      <vt:lpstr>Calibri Light</vt:lpstr>
      <vt:lpstr>Franklin Gothic Heavy</vt:lpstr>
      <vt:lpstr>IBM Plex Serif SemiBold</vt:lpstr>
      <vt:lpstr>Wingdings</vt:lpstr>
      <vt:lpstr>Office Theme</vt:lpstr>
      <vt:lpstr>HR Analytics</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satyam pandey</dc:creator>
  <cp:lastModifiedBy>satyam pandey</cp:lastModifiedBy>
  <cp:revision>8</cp:revision>
  <dcterms:created xsi:type="dcterms:W3CDTF">2025-10-17T07:21:46Z</dcterms:created>
  <dcterms:modified xsi:type="dcterms:W3CDTF">2025-11-27T15:54:49Z</dcterms:modified>
</cp:coreProperties>
</file>